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 id="2147483663" r:id="rId6"/>
  </p:sldMasterIdLst>
  <p:notesMasterIdLst>
    <p:notesMasterId r:id="rId36"/>
  </p:notesMasterIdLst>
  <p:sldIdLst>
    <p:sldId id="312" r:id="rId7"/>
    <p:sldId id="420" r:id="rId8"/>
    <p:sldId id="635" r:id="rId9"/>
    <p:sldId id="636" r:id="rId10"/>
    <p:sldId id="637" r:id="rId11"/>
    <p:sldId id="638" r:id="rId12"/>
    <p:sldId id="639" r:id="rId13"/>
    <p:sldId id="640" r:id="rId14"/>
    <p:sldId id="641" r:id="rId15"/>
    <p:sldId id="642" r:id="rId16"/>
    <p:sldId id="644" r:id="rId17"/>
    <p:sldId id="645" r:id="rId18"/>
    <p:sldId id="646" r:id="rId19"/>
    <p:sldId id="647" r:id="rId20"/>
    <p:sldId id="651" r:id="rId21"/>
    <p:sldId id="652" r:id="rId22"/>
    <p:sldId id="653" r:id="rId23"/>
    <p:sldId id="655" r:id="rId24"/>
    <p:sldId id="654" r:id="rId25"/>
    <p:sldId id="656" r:id="rId26"/>
    <p:sldId id="657" r:id="rId27"/>
    <p:sldId id="658" r:id="rId28"/>
    <p:sldId id="648" r:id="rId29"/>
    <p:sldId id="660" r:id="rId30"/>
    <p:sldId id="661" r:id="rId31"/>
    <p:sldId id="662" r:id="rId32"/>
    <p:sldId id="659" r:id="rId33"/>
    <p:sldId id="650" r:id="rId34"/>
    <p:sldId id="643" r:id="rId35"/>
  </p:sldIdLst>
  <p:sldSz cx="24384000" cy="13716000"/>
  <p:notesSz cx="6858000" cy="9144000"/>
  <p:defaultTextStyle>
    <a:defPPr>
      <a:defRPr lang="en-US"/>
    </a:defPPr>
    <a:lvl1pPr algn="l" defTabSz="944342" rtl="0" fontAlgn="base">
      <a:spcBef>
        <a:spcPct val="0"/>
      </a:spcBef>
      <a:spcAft>
        <a:spcPct val="0"/>
      </a:spcAft>
      <a:defRPr sz="3809" kern="1200">
        <a:solidFill>
          <a:schemeClr val="tx1"/>
        </a:solidFill>
        <a:latin typeface="Calibri" pitchFamily="34" charset="0"/>
        <a:ea typeface="MS PGothic" pitchFamily="34" charset="-128"/>
        <a:cs typeface="+mn-cs"/>
      </a:defRPr>
    </a:lvl1pPr>
    <a:lvl2pPr marL="944342" indent="-115164" algn="l" defTabSz="944342" rtl="0" fontAlgn="base">
      <a:spcBef>
        <a:spcPct val="0"/>
      </a:spcBef>
      <a:spcAft>
        <a:spcPct val="0"/>
      </a:spcAft>
      <a:defRPr sz="3809" kern="1200">
        <a:solidFill>
          <a:schemeClr val="tx1"/>
        </a:solidFill>
        <a:latin typeface="Calibri" pitchFamily="34" charset="0"/>
        <a:ea typeface="MS PGothic" pitchFamily="34" charset="-128"/>
        <a:cs typeface="+mn-cs"/>
      </a:defRPr>
    </a:lvl2pPr>
    <a:lvl3pPr marL="1888683" indent="-230327" algn="l" defTabSz="944342" rtl="0" fontAlgn="base">
      <a:spcBef>
        <a:spcPct val="0"/>
      </a:spcBef>
      <a:spcAft>
        <a:spcPct val="0"/>
      </a:spcAft>
      <a:defRPr sz="3809" kern="1200">
        <a:solidFill>
          <a:schemeClr val="tx1"/>
        </a:solidFill>
        <a:latin typeface="Calibri" pitchFamily="34" charset="0"/>
        <a:ea typeface="MS PGothic" pitchFamily="34" charset="-128"/>
        <a:cs typeface="+mn-cs"/>
      </a:defRPr>
    </a:lvl3pPr>
    <a:lvl4pPr marL="2835905" indent="-348371" algn="l" defTabSz="944342" rtl="0" fontAlgn="base">
      <a:spcBef>
        <a:spcPct val="0"/>
      </a:spcBef>
      <a:spcAft>
        <a:spcPct val="0"/>
      </a:spcAft>
      <a:defRPr sz="3809" kern="1200">
        <a:solidFill>
          <a:schemeClr val="tx1"/>
        </a:solidFill>
        <a:latin typeface="Calibri" pitchFamily="34" charset="0"/>
        <a:ea typeface="MS PGothic" pitchFamily="34" charset="-128"/>
        <a:cs typeface="+mn-cs"/>
      </a:defRPr>
    </a:lvl4pPr>
    <a:lvl5pPr marL="3780246" indent="-463534" algn="l" defTabSz="944342" rtl="0" fontAlgn="base">
      <a:spcBef>
        <a:spcPct val="0"/>
      </a:spcBef>
      <a:spcAft>
        <a:spcPct val="0"/>
      </a:spcAft>
      <a:defRPr sz="3809" kern="1200">
        <a:solidFill>
          <a:schemeClr val="tx1"/>
        </a:solidFill>
        <a:latin typeface="Calibri" pitchFamily="34" charset="0"/>
        <a:ea typeface="MS PGothic" pitchFamily="34" charset="-128"/>
        <a:cs typeface="+mn-cs"/>
      </a:defRPr>
    </a:lvl5pPr>
    <a:lvl6pPr marL="4145890" algn="l" defTabSz="1658356" rtl="0" eaLnBrk="1" latinLnBrk="0" hangingPunct="1">
      <a:defRPr sz="3809" kern="1200">
        <a:solidFill>
          <a:schemeClr val="tx1"/>
        </a:solidFill>
        <a:latin typeface="Calibri" pitchFamily="34" charset="0"/>
        <a:ea typeface="MS PGothic" pitchFamily="34" charset="-128"/>
        <a:cs typeface="+mn-cs"/>
      </a:defRPr>
    </a:lvl6pPr>
    <a:lvl7pPr marL="4975068" algn="l" defTabSz="1658356" rtl="0" eaLnBrk="1" latinLnBrk="0" hangingPunct="1">
      <a:defRPr sz="3809" kern="1200">
        <a:solidFill>
          <a:schemeClr val="tx1"/>
        </a:solidFill>
        <a:latin typeface="Calibri" pitchFamily="34" charset="0"/>
        <a:ea typeface="MS PGothic" pitchFamily="34" charset="-128"/>
        <a:cs typeface="+mn-cs"/>
      </a:defRPr>
    </a:lvl7pPr>
    <a:lvl8pPr marL="5804245" algn="l" defTabSz="1658356" rtl="0" eaLnBrk="1" latinLnBrk="0" hangingPunct="1">
      <a:defRPr sz="3809" kern="1200">
        <a:solidFill>
          <a:schemeClr val="tx1"/>
        </a:solidFill>
        <a:latin typeface="Calibri" pitchFamily="34" charset="0"/>
        <a:ea typeface="MS PGothic" pitchFamily="34" charset="-128"/>
        <a:cs typeface="+mn-cs"/>
      </a:defRPr>
    </a:lvl8pPr>
    <a:lvl9pPr marL="6633423" algn="l" defTabSz="1658356" rtl="0" eaLnBrk="1" latinLnBrk="0" hangingPunct="1">
      <a:defRPr sz="3809"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312"/>
            <p14:sldId id="420"/>
            <p14:sldId id="635"/>
          </p14:sldIdLst>
        </p14:section>
        <p14:section name="COURSE CONTENT" id="{6162E7E0-B512-4FEF-B619-C9187795397D}">
          <p14:sldIdLst>
            <p14:sldId id="636"/>
            <p14:sldId id="637"/>
            <p14:sldId id="638"/>
            <p14:sldId id="639"/>
            <p14:sldId id="640"/>
            <p14:sldId id="641"/>
            <p14:sldId id="642"/>
            <p14:sldId id="644"/>
            <p14:sldId id="645"/>
            <p14:sldId id="646"/>
            <p14:sldId id="647"/>
            <p14:sldId id="651"/>
            <p14:sldId id="652"/>
            <p14:sldId id="653"/>
            <p14:sldId id="655"/>
            <p14:sldId id="654"/>
            <p14:sldId id="656"/>
            <p14:sldId id="657"/>
            <p14:sldId id="658"/>
            <p14:sldId id="648"/>
            <p14:sldId id="660"/>
            <p14:sldId id="661"/>
            <p14:sldId id="662"/>
            <p14:sldId id="659"/>
            <p14:sldId id="650"/>
          </p14:sldIdLst>
        </p14:section>
        <p14:section name="REFERENCES" id="{11ED6803-A38C-4226-8496-86D05012E7E0}">
          <p14:sldIdLst>
            <p14:sldId id="643"/>
          </p14:sldIdLst>
        </p14:section>
      </p14:sectionLst>
    </p:ext>
    <p:ext uri="{EFAFB233-063F-42B5-8137-9DF3F51BA10A}">
      <p15:sldGuideLst xmlns:p15="http://schemas.microsoft.com/office/powerpoint/2012/main">
        <p15:guide id="1" orient="horz" pos="4320" userDrawn="1">
          <p15:clr>
            <a:srgbClr val="A4A3A4"/>
          </p15:clr>
        </p15:guide>
        <p15:guide id="2" pos="76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10AC8B-24CF-496F-9BE7-CC58DA6B508B}" v="37" dt="2023-08-02T08:40:49.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414" autoAdjust="0"/>
  </p:normalViewPr>
  <p:slideViewPr>
    <p:cSldViewPr snapToGrid="0" snapToObjects="1">
      <p:cViewPr varScale="1">
        <p:scale>
          <a:sx n="47" d="100"/>
          <a:sy n="47" d="100"/>
        </p:scale>
        <p:origin x="1230" y="-12"/>
      </p:cViewPr>
      <p:guideLst>
        <p:guide orient="horz" pos="4320"/>
        <p:guide pos="7681"/>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slide" Target="slides/slide28.xml"/><Relationship Id="rId42"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 PUTERA KEMALA" userId="ae082dc6-986d-44c2-b903-255a692f1bc4" providerId="ADAL" clId="{3810AC8B-24CF-496F-9BE7-CC58DA6B508B}"/>
    <pc:docChg chg="undo custSel addSld delSld modSld sldOrd modMainMaster modSection modNotesMaster">
      <pc:chgData name="ADE PUTERA KEMALA" userId="ae082dc6-986d-44c2-b903-255a692f1bc4" providerId="ADAL" clId="{3810AC8B-24CF-496F-9BE7-CC58DA6B508B}" dt="2023-08-02T08:46:38.624" v="811" actId="20577"/>
      <pc:docMkLst>
        <pc:docMk/>
      </pc:docMkLst>
      <pc:sldChg chg="modSp add del">
        <pc:chgData name="ADE PUTERA KEMALA" userId="ae082dc6-986d-44c2-b903-255a692f1bc4" providerId="ADAL" clId="{3810AC8B-24CF-496F-9BE7-CC58DA6B508B}" dt="2023-08-02T08:41:01.443" v="694" actId="47"/>
        <pc:sldMkLst>
          <pc:docMk/>
          <pc:sldMk cId="3895635510" sldId="256"/>
        </pc:sldMkLst>
        <pc:spChg chg="mod">
          <ac:chgData name="ADE PUTERA KEMALA" userId="ae082dc6-986d-44c2-b903-255a692f1bc4" providerId="ADAL" clId="{3810AC8B-24CF-496F-9BE7-CC58DA6B508B}" dt="2023-08-02T08:39:36.074" v="644"/>
          <ac:spMkLst>
            <pc:docMk/>
            <pc:sldMk cId="3895635510" sldId="256"/>
            <ac:spMk id="2" creationId="{50F9371B-F92F-AED8-457A-F4BAE6779B8C}"/>
          </ac:spMkLst>
        </pc:spChg>
        <pc:spChg chg="mod">
          <ac:chgData name="ADE PUTERA KEMALA" userId="ae082dc6-986d-44c2-b903-255a692f1bc4" providerId="ADAL" clId="{3810AC8B-24CF-496F-9BE7-CC58DA6B508B}" dt="2023-08-02T08:39:36.074" v="644"/>
          <ac:spMkLst>
            <pc:docMk/>
            <pc:sldMk cId="3895635510" sldId="256"/>
            <ac:spMk id="3" creationId="{05C0E2BF-BBBC-BF27-4255-C5149D193112}"/>
          </ac:spMkLst>
        </pc:spChg>
        <pc:spChg chg="mod">
          <ac:chgData name="ADE PUTERA KEMALA" userId="ae082dc6-986d-44c2-b903-255a692f1bc4" providerId="ADAL" clId="{3810AC8B-24CF-496F-9BE7-CC58DA6B508B}" dt="2023-08-02T08:39:36.074" v="644"/>
          <ac:spMkLst>
            <pc:docMk/>
            <pc:sldMk cId="3895635510" sldId="256"/>
            <ac:spMk id="5" creationId="{88C29C9C-66E8-2FED-C1D4-AC31705038C6}"/>
          </ac:spMkLst>
        </pc:spChg>
        <pc:spChg chg="mod">
          <ac:chgData name="ADE PUTERA KEMALA" userId="ae082dc6-986d-44c2-b903-255a692f1bc4" providerId="ADAL" clId="{3810AC8B-24CF-496F-9BE7-CC58DA6B508B}" dt="2023-08-02T08:39:36.074" v="644"/>
          <ac:spMkLst>
            <pc:docMk/>
            <pc:sldMk cId="3895635510" sldId="256"/>
            <ac:spMk id="7" creationId="{A858A3F6-6AF0-DAA2-8335-58C5B08D07AF}"/>
          </ac:spMkLst>
        </pc:spChg>
      </pc:sldChg>
      <pc:sldChg chg="addSp delSp modSp add del mod">
        <pc:chgData name="ADE PUTERA KEMALA" userId="ae082dc6-986d-44c2-b903-255a692f1bc4" providerId="ADAL" clId="{3810AC8B-24CF-496F-9BE7-CC58DA6B508B}" dt="2023-08-02T08:32:48.734" v="642"/>
        <pc:sldMkLst>
          <pc:docMk/>
          <pc:sldMk cId="3915581435" sldId="256"/>
        </pc:sldMkLst>
        <pc:spChg chg="add del">
          <ac:chgData name="ADE PUTERA KEMALA" userId="ae082dc6-986d-44c2-b903-255a692f1bc4" providerId="ADAL" clId="{3810AC8B-24CF-496F-9BE7-CC58DA6B508B}" dt="2023-08-02T08:32:47.874" v="640" actId="478"/>
          <ac:spMkLst>
            <pc:docMk/>
            <pc:sldMk cId="3915581435" sldId="256"/>
            <ac:spMk id="2" creationId="{50F9371B-F92F-AED8-457A-F4BAE6779B8C}"/>
          </ac:spMkLst>
        </pc:spChg>
        <pc:spChg chg="add del">
          <ac:chgData name="ADE PUTERA KEMALA" userId="ae082dc6-986d-44c2-b903-255a692f1bc4" providerId="ADAL" clId="{3810AC8B-24CF-496F-9BE7-CC58DA6B508B}" dt="2023-08-02T08:32:47.874" v="640" actId="478"/>
          <ac:spMkLst>
            <pc:docMk/>
            <pc:sldMk cId="3915581435" sldId="256"/>
            <ac:spMk id="3" creationId="{05C0E2BF-BBBC-BF27-4255-C5149D193112}"/>
          </ac:spMkLst>
        </pc:spChg>
        <pc:spChg chg="add del">
          <ac:chgData name="ADE PUTERA KEMALA" userId="ae082dc6-986d-44c2-b903-255a692f1bc4" providerId="ADAL" clId="{3810AC8B-24CF-496F-9BE7-CC58DA6B508B}" dt="2023-08-02T08:32:47.874" v="640" actId="478"/>
          <ac:spMkLst>
            <pc:docMk/>
            <pc:sldMk cId="3915581435" sldId="256"/>
            <ac:spMk id="4" creationId="{319DA326-32BB-7EBF-F49C-D0308881B79F}"/>
          </ac:spMkLst>
        </pc:spChg>
        <pc:spChg chg="add del">
          <ac:chgData name="ADE PUTERA KEMALA" userId="ae082dc6-986d-44c2-b903-255a692f1bc4" providerId="ADAL" clId="{3810AC8B-24CF-496F-9BE7-CC58DA6B508B}" dt="2023-08-02T08:32:47.874" v="640" actId="478"/>
          <ac:spMkLst>
            <pc:docMk/>
            <pc:sldMk cId="3915581435" sldId="256"/>
            <ac:spMk id="5" creationId="{88C29C9C-66E8-2FED-C1D4-AC31705038C6}"/>
          </ac:spMkLst>
        </pc:spChg>
        <pc:spChg chg="add del">
          <ac:chgData name="ADE PUTERA KEMALA" userId="ae082dc6-986d-44c2-b903-255a692f1bc4" providerId="ADAL" clId="{3810AC8B-24CF-496F-9BE7-CC58DA6B508B}" dt="2023-08-02T08:32:47.874" v="640" actId="478"/>
          <ac:spMkLst>
            <pc:docMk/>
            <pc:sldMk cId="3915581435" sldId="256"/>
            <ac:spMk id="7" creationId="{A858A3F6-6AF0-DAA2-8335-58C5B08D07AF}"/>
          </ac:spMkLst>
        </pc:spChg>
        <pc:spChg chg="add del mod">
          <ac:chgData name="ADE PUTERA KEMALA" userId="ae082dc6-986d-44c2-b903-255a692f1bc4" providerId="ADAL" clId="{3810AC8B-24CF-496F-9BE7-CC58DA6B508B}" dt="2023-08-02T08:32:47.874" v="640" actId="478"/>
          <ac:spMkLst>
            <pc:docMk/>
            <pc:sldMk cId="3915581435" sldId="256"/>
            <ac:spMk id="8" creationId="{6B5962EB-5586-0607-95B6-0605E916779B}"/>
          </ac:spMkLst>
        </pc:spChg>
        <pc:spChg chg="add del mod">
          <ac:chgData name="ADE PUTERA KEMALA" userId="ae082dc6-986d-44c2-b903-255a692f1bc4" providerId="ADAL" clId="{3810AC8B-24CF-496F-9BE7-CC58DA6B508B}" dt="2023-08-02T08:32:47.874" v="640" actId="478"/>
          <ac:spMkLst>
            <pc:docMk/>
            <pc:sldMk cId="3915581435" sldId="256"/>
            <ac:spMk id="10" creationId="{C6D772DA-E301-133D-A93C-DBD5399BB2A6}"/>
          </ac:spMkLst>
        </pc:spChg>
        <pc:spChg chg="add del mod">
          <ac:chgData name="ADE PUTERA KEMALA" userId="ae082dc6-986d-44c2-b903-255a692f1bc4" providerId="ADAL" clId="{3810AC8B-24CF-496F-9BE7-CC58DA6B508B}" dt="2023-08-02T08:32:47.874" v="640" actId="478"/>
          <ac:spMkLst>
            <pc:docMk/>
            <pc:sldMk cId="3915581435" sldId="256"/>
            <ac:spMk id="12" creationId="{AE86B0CC-EFE8-8185-CC2E-F52CC76F4872}"/>
          </ac:spMkLst>
        </pc:spChg>
        <pc:spChg chg="add del mod">
          <ac:chgData name="ADE PUTERA KEMALA" userId="ae082dc6-986d-44c2-b903-255a692f1bc4" providerId="ADAL" clId="{3810AC8B-24CF-496F-9BE7-CC58DA6B508B}" dt="2023-08-02T08:32:34.254" v="631"/>
          <ac:spMkLst>
            <pc:docMk/>
            <pc:sldMk cId="3915581435" sldId="256"/>
            <ac:spMk id="13" creationId="{A295D311-8468-4A0C-664E-C8DE74F019D0}"/>
          </ac:spMkLst>
        </pc:spChg>
        <pc:spChg chg="add del mod">
          <ac:chgData name="ADE PUTERA KEMALA" userId="ae082dc6-986d-44c2-b903-255a692f1bc4" providerId="ADAL" clId="{3810AC8B-24CF-496F-9BE7-CC58DA6B508B}" dt="2023-08-02T08:32:34.254" v="631"/>
          <ac:spMkLst>
            <pc:docMk/>
            <pc:sldMk cId="3915581435" sldId="256"/>
            <ac:spMk id="14" creationId="{3243717F-76A5-3161-1FD3-0EBF1057F87B}"/>
          </ac:spMkLst>
        </pc:spChg>
        <pc:spChg chg="add del mod">
          <ac:chgData name="ADE PUTERA KEMALA" userId="ae082dc6-986d-44c2-b903-255a692f1bc4" providerId="ADAL" clId="{3810AC8B-24CF-496F-9BE7-CC58DA6B508B}" dt="2023-08-02T08:32:34.254" v="631"/>
          <ac:spMkLst>
            <pc:docMk/>
            <pc:sldMk cId="3915581435" sldId="256"/>
            <ac:spMk id="15" creationId="{B315A818-5FC0-A1C8-1356-ECCB42B611E3}"/>
          </ac:spMkLst>
        </pc:spChg>
        <pc:spChg chg="add del mod">
          <ac:chgData name="ADE PUTERA KEMALA" userId="ae082dc6-986d-44c2-b903-255a692f1bc4" providerId="ADAL" clId="{3810AC8B-24CF-496F-9BE7-CC58DA6B508B}" dt="2023-08-02T08:32:34.254" v="631"/>
          <ac:spMkLst>
            <pc:docMk/>
            <pc:sldMk cId="3915581435" sldId="256"/>
            <ac:spMk id="16" creationId="{A266AE01-6D8E-FD84-9C3F-EE5E5773CFBF}"/>
          </ac:spMkLst>
        </pc:spChg>
        <pc:spChg chg="add del mod">
          <ac:chgData name="ADE PUTERA KEMALA" userId="ae082dc6-986d-44c2-b903-255a692f1bc4" providerId="ADAL" clId="{3810AC8B-24CF-496F-9BE7-CC58DA6B508B}" dt="2023-08-02T08:32:34.254" v="631"/>
          <ac:spMkLst>
            <pc:docMk/>
            <pc:sldMk cId="3915581435" sldId="256"/>
            <ac:spMk id="17" creationId="{E7440DE3-3F3E-42A8-5A7F-9061E33A8469}"/>
          </ac:spMkLst>
        </pc:spChg>
        <pc:spChg chg="add del mod">
          <ac:chgData name="ADE PUTERA KEMALA" userId="ae082dc6-986d-44c2-b903-255a692f1bc4" providerId="ADAL" clId="{3810AC8B-24CF-496F-9BE7-CC58DA6B508B}" dt="2023-08-02T08:32:46.174" v="636"/>
          <ac:spMkLst>
            <pc:docMk/>
            <pc:sldMk cId="3915581435" sldId="256"/>
            <ac:spMk id="18" creationId="{42D32DEB-2F91-8320-D81B-8A57479D9C18}"/>
          </ac:spMkLst>
        </pc:spChg>
        <pc:spChg chg="add del mod">
          <ac:chgData name="ADE PUTERA KEMALA" userId="ae082dc6-986d-44c2-b903-255a692f1bc4" providerId="ADAL" clId="{3810AC8B-24CF-496F-9BE7-CC58DA6B508B}" dt="2023-08-02T08:32:46.174" v="636"/>
          <ac:spMkLst>
            <pc:docMk/>
            <pc:sldMk cId="3915581435" sldId="256"/>
            <ac:spMk id="19" creationId="{3164D15E-37F9-CDEC-9298-A6314D70C626}"/>
          </ac:spMkLst>
        </pc:spChg>
        <pc:spChg chg="add del mod">
          <ac:chgData name="ADE PUTERA KEMALA" userId="ae082dc6-986d-44c2-b903-255a692f1bc4" providerId="ADAL" clId="{3810AC8B-24CF-496F-9BE7-CC58DA6B508B}" dt="2023-08-02T08:32:46.174" v="636"/>
          <ac:spMkLst>
            <pc:docMk/>
            <pc:sldMk cId="3915581435" sldId="256"/>
            <ac:spMk id="20" creationId="{2ADB321E-039A-F56C-AEE2-05D1A5EE78B5}"/>
          </ac:spMkLst>
        </pc:spChg>
        <pc:spChg chg="add del mod">
          <ac:chgData name="ADE PUTERA KEMALA" userId="ae082dc6-986d-44c2-b903-255a692f1bc4" providerId="ADAL" clId="{3810AC8B-24CF-496F-9BE7-CC58DA6B508B}" dt="2023-08-02T08:32:46.174" v="636"/>
          <ac:spMkLst>
            <pc:docMk/>
            <pc:sldMk cId="3915581435" sldId="256"/>
            <ac:spMk id="21" creationId="{BD8CCD66-0426-7162-A238-661D81BA4AD8}"/>
          </ac:spMkLst>
        </pc:spChg>
        <pc:spChg chg="add del mod">
          <ac:chgData name="ADE PUTERA KEMALA" userId="ae082dc6-986d-44c2-b903-255a692f1bc4" providerId="ADAL" clId="{3810AC8B-24CF-496F-9BE7-CC58DA6B508B}" dt="2023-08-02T08:32:46.174" v="636"/>
          <ac:spMkLst>
            <pc:docMk/>
            <pc:sldMk cId="3915581435" sldId="256"/>
            <ac:spMk id="22" creationId="{1D142B10-3CE3-09FD-7E1E-F7FC639AB562}"/>
          </ac:spMkLst>
        </pc:spChg>
      </pc:sldChg>
      <pc:sldChg chg="del">
        <pc:chgData name="ADE PUTERA KEMALA" userId="ae082dc6-986d-44c2-b903-255a692f1bc4" providerId="ADAL" clId="{3810AC8B-24CF-496F-9BE7-CC58DA6B508B}" dt="2023-08-01T03:07:32.854" v="89" actId="47"/>
        <pc:sldMkLst>
          <pc:docMk/>
          <pc:sldMk cId="3205675800" sldId="271"/>
        </pc:sldMkLst>
      </pc:sldChg>
      <pc:sldChg chg="del">
        <pc:chgData name="ADE PUTERA KEMALA" userId="ae082dc6-986d-44c2-b903-255a692f1bc4" providerId="ADAL" clId="{3810AC8B-24CF-496F-9BE7-CC58DA6B508B}" dt="2023-08-01T03:04:02.402" v="16" actId="47"/>
        <pc:sldMkLst>
          <pc:docMk/>
          <pc:sldMk cId="469323143" sldId="306"/>
        </pc:sldMkLst>
      </pc:sldChg>
      <pc:sldChg chg="del">
        <pc:chgData name="ADE PUTERA KEMALA" userId="ae082dc6-986d-44c2-b903-255a692f1bc4" providerId="ADAL" clId="{3810AC8B-24CF-496F-9BE7-CC58DA6B508B}" dt="2023-08-01T03:04:22.777" v="23" actId="47"/>
        <pc:sldMkLst>
          <pc:docMk/>
          <pc:sldMk cId="45524000" sldId="307"/>
        </pc:sldMkLst>
      </pc:sldChg>
      <pc:sldChg chg="del">
        <pc:chgData name="ADE PUTERA KEMALA" userId="ae082dc6-986d-44c2-b903-255a692f1bc4" providerId="ADAL" clId="{3810AC8B-24CF-496F-9BE7-CC58DA6B508B}" dt="2023-08-01T03:04:41.807" v="32" actId="47"/>
        <pc:sldMkLst>
          <pc:docMk/>
          <pc:sldMk cId="3239565070" sldId="308"/>
        </pc:sldMkLst>
      </pc:sldChg>
      <pc:sldChg chg="del">
        <pc:chgData name="ADE PUTERA KEMALA" userId="ae082dc6-986d-44c2-b903-255a692f1bc4" providerId="ADAL" clId="{3810AC8B-24CF-496F-9BE7-CC58DA6B508B}" dt="2023-08-01T03:04:56.072" v="38" actId="47"/>
        <pc:sldMkLst>
          <pc:docMk/>
          <pc:sldMk cId="752797724" sldId="309"/>
        </pc:sldMkLst>
      </pc:sldChg>
      <pc:sldChg chg="del">
        <pc:chgData name="ADE PUTERA KEMALA" userId="ae082dc6-986d-44c2-b903-255a692f1bc4" providerId="ADAL" clId="{3810AC8B-24CF-496F-9BE7-CC58DA6B508B}" dt="2023-08-01T03:05:12.462" v="41" actId="47"/>
        <pc:sldMkLst>
          <pc:docMk/>
          <pc:sldMk cId="1676489896" sldId="310"/>
        </pc:sldMkLst>
      </pc:sldChg>
      <pc:sldChg chg="del">
        <pc:chgData name="ADE PUTERA KEMALA" userId="ae082dc6-986d-44c2-b903-255a692f1bc4" providerId="ADAL" clId="{3810AC8B-24CF-496F-9BE7-CC58DA6B508B}" dt="2023-08-01T03:06:38.542" v="64" actId="47"/>
        <pc:sldMkLst>
          <pc:docMk/>
          <pc:sldMk cId="679806441" sldId="311"/>
        </pc:sldMkLst>
      </pc:sldChg>
      <pc:sldChg chg="addSp delSp modSp mod">
        <pc:chgData name="ADE PUTERA KEMALA" userId="ae082dc6-986d-44c2-b903-255a692f1bc4" providerId="ADAL" clId="{3810AC8B-24CF-496F-9BE7-CC58DA6B508B}" dt="2023-08-02T08:41:26.637" v="696" actId="1076"/>
        <pc:sldMkLst>
          <pc:docMk/>
          <pc:sldMk cId="3807564589" sldId="312"/>
        </pc:sldMkLst>
        <pc:spChg chg="add del mod">
          <ac:chgData name="ADE PUTERA KEMALA" userId="ae082dc6-986d-44c2-b903-255a692f1bc4" providerId="ADAL" clId="{3810AC8B-24CF-496F-9BE7-CC58DA6B508B}" dt="2023-08-02T08:39:36.074" v="644"/>
          <ac:spMkLst>
            <pc:docMk/>
            <pc:sldMk cId="3807564589" sldId="312"/>
            <ac:spMk id="2" creationId="{50F9371B-F92F-AED8-457A-F4BAE6779B8C}"/>
          </ac:spMkLst>
        </pc:spChg>
        <pc:spChg chg="add del mod">
          <ac:chgData name="ADE PUTERA KEMALA" userId="ae082dc6-986d-44c2-b903-255a692f1bc4" providerId="ADAL" clId="{3810AC8B-24CF-496F-9BE7-CC58DA6B508B}" dt="2023-08-02T08:39:36.074" v="644"/>
          <ac:spMkLst>
            <pc:docMk/>
            <pc:sldMk cId="3807564589" sldId="312"/>
            <ac:spMk id="3" creationId="{05C0E2BF-BBBC-BF27-4255-C5149D193112}"/>
          </ac:spMkLst>
        </pc:spChg>
        <pc:spChg chg="add del mod">
          <ac:chgData name="ADE PUTERA KEMALA" userId="ae082dc6-986d-44c2-b903-255a692f1bc4" providerId="ADAL" clId="{3810AC8B-24CF-496F-9BE7-CC58DA6B508B}" dt="2023-08-02T08:32:48.270" v="641" actId="21"/>
          <ac:spMkLst>
            <pc:docMk/>
            <pc:sldMk cId="3807564589" sldId="312"/>
            <ac:spMk id="4" creationId="{319DA326-32BB-7EBF-F49C-D0308881B79F}"/>
          </ac:spMkLst>
        </pc:spChg>
        <pc:spChg chg="add del mod">
          <ac:chgData name="ADE PUTERA KEMALA" userId="ae082dc6-986d-44c2-b903-255a692f1bc4" providerId="ADAL" clId="{3810AC8B-24CF-496F-9BE7-CC58DA6B508B}" dt="2023-08-02T08:39:36.074" v="644"/>
          <ac:spMkLst>
            <pc:docMk/>
            <pc:sldMk cId="3807564589" sldId="312"/>
            <ac:spMk id="5" creationId="{88C29C9C-66E8-2FED-C1D4-AC31705038C6}"/>
          </ac:spMkLst>
        </pc:spChg>
        <pc:spChg chg="add del mod">
          <ac:chgData name="ADE PUTERA KEMALA" userId="ae082dc6-986d-44c2-b903-255a692f1bc4" providerId="ADAL" clId="{3810AC8B-24CF-496F-9BE7-CC58DA6B508B}" dt="2023-08-02T08:41:26.637" v="696" actId="1076"/>
          <ac:spMkLst>
            <pc:docMk/>
            <pc:sldMk cId="3807564589" sldId="312"/>
            <ac:spMk id="7" creationId="{F59F05FE-9DDA-C237-1120-61BD55A86104}"/>
          </ac:spMkLst>
        </pc:spChg>
        <pc:spChg chg="add del mod">
          <ac:chgData name="ADE PUTERA KEMALA" userId="ae082dc6-986d-44c2-b903-255a692f1bc4" providerId="ADAL" clId="{3810AC8B-24CF-496F-9BE7-CC58DA6B508B}" dt="2023-08-02T08:32:48.270" v="641" actId="21"/>
          <ac:spMkLst>
            <pc:docMk/>
            <pc:sldMk cId="3807564589" sldId="312"/>
            <ac:spMk id="9" creationId="{FFAD8DED-92E8-EE6B-5360-A018122B08DD}"/>
          </ac:spMkLst>
        </pc:spChg>
        <pc:spChg chg="add del mod">
          <ac:chgData name="ADE PUTERA KEMALA" userId="ae082dc6-986d-44c2-b903-255a692f1bc4" providerId="ADAL" clId="{3810AC8B-24CF-496F-9BE7-CC58DA6B508B}" dt="2023-08-02T08:32:48.270" v="641" actId="21"/>
          <ac:spMkLst>
            <pc:docMk/>
            <pc:sldMk cId="3807564589" sldId="312"/>
            <ac:spMk id="11" creationId="{72602F00-A908-7A82-4CD1-6E7C4DC44EEF}"/>
          </ac:spMkLst>
        </pc:spChg>
        <pc:spChg chg="add del mod">
          <ac:chgData name="ADE PUTERA KEMALA" userId="ae082dc6-986d-44c2-b903-255a692f1bc4" providerId="ADAL" clId="{3810AC8B-24CF-496F-9BE7-CC58DA6B508B}" dt="2023-08-02T08:32:48.270" v="641" actId="21"/>
          <ac:spMkLst>
            <pc:docMk/>
            <pc:sldMk cId="3807564589" sldId="312"/>
            <ac:spMk id="13" creationId="{6F12E6F8-DC8C-D7B1-993F-E4FA99E8F56B}"/>
          </ac:spMkLst>
        </pc:spChg>
      </pc:sldChg>
      <pc:sldChg chg="modSp mod">
        <pc:chgData name="ADE PUTERA KEMALA" userId="ae082dc6-986d-44c2-b903-255a692f1bc4" providerId="ADAL" clId="{3810AC8B-24CF-496F-9BE7-CC58DA6B508B}" dt="2023-08-02T08:41:48.106" v="699" actId="113"/>
        <pc:sldMkLst>
          <pc:docMk/>
          <pc:sldMk cId="4194298800" sldId="420"/>
        </pc:sldMkLst>
        <pc:spChg chg="mod">
          <ac:chgData name="ADE PUTERA KEMALA" userId="ae082dc6-986d-44c2-b903-255a692f1bc4" providerId="ADAL" clId="{3810AC8B-24CF-496F-9BE7-CC58DA6B508B}" dt="2023-08-02T08:41:48.106" v="699" actId="113"/>
          <ac:spMkLst>
            <pc:docMk/>
            <pc:sldMk cId="4194298800" sldId="420"/>
            <ac:spMk id="57" creationId="{AAC89389-8D2D-09DF-4BA0-DE2260C75713}"/>
          </ac:spMkLst>
        </pc:spChg>
        <pc:spChg chg="mod">
          <ac:chgData name="ADE PUTERA KEMALA" userId="ae082dc6-986d-44c2-b903-255a692f1bc4" providerId="ADAL" clId="{3810AC8B-24CF-496F-9BE7-CC58DA6B508B}" dt="2023-08-02T08:39:36.074" v="644"/>
          <ac:spMkLst>
            <pc:docMk/>
            <pc:sldMk cId="4194298800" sldId="420"/>
            <ac:spMk id="58" creationId="{5DF4DD11-965C-E27A-1565-1B1D746A1368}"/>
          </ac:spMkLst>
        </pc:spChg>
      </pc:sldChg>
      <pc:sldChg chg="modSp mod">
        <pc:chgData name="ADE PUTERA KEMALA" userId="ae082dc6-986d-44c2-b903-255a692f1bc4" providerId="ADAL" clId="{3810AC8B-24CF-496F-9BE7-CC58DA6B508B}" dt="2023-08-02T08:42:02.370" v="701" actId="403"/>
        <pc:sldMkLst>
          <pc:docMk/>
          <pc:sldMk cId="94262053" sldId="635"/>
        </pc:sldMkLst>
        <pc:spChg chg="mod">
          <ac:chgData name="ADE PUTERA KEMALA" userId="ae082dc6-986d-44c2-b903-255a692f1bc4" providerId="ADAL" clId="{3810AC8B-24CF-496F-9BE7-CC58DA6B508B}" dt="2023-08-02T08:39:36.074" v="644"/>
          <ac:spMkLst>
            <pc:docMk/>
            <pc:sldMk cId="94262053" sldId="635"/>
            <ac:spMk id="2" creationId="{AE565A44-B6C2-E614-6B53-9C3B69CF163C}"/>
          </ac:spMkLst>
        </pc:spChg>
        <pc:spChg chg="mod">
          <ac:chgData name="ADE PUTERA KEMALA" userId="ae082dc6-986d-44c2-b903-255a692f1bc4" providerId="ADAL" clId="{3810AC8B-24CF-496F-9BE7-CC58DA6B508B}" dt="2023-08-02T08:42:02.370" v="701" actId="403"/>
          <ac:spMkLst>
            <pc:docMk/>
            <pc:sldMk cId="94262053" sldId="635"/>
            <ac:spMk id="4" creationId="{DC1B17BA-A61D-0861-E367-2840AF8FEEE7}"/>
          </ac:spMkLst>
        </pc:spChg>
      </pc:sldChg>
      <pc:sldChg chg="modSp mod modNotes modNotesTx">
        <pc:chgData name="ADE PUTERA KEMALA" userId="ae082dc6-986d-44c2-b903-255a692f1bc4" providerId="ADAL" clId="{3810AC8B-24CF-496F-9BE7-CC58DA6B508B}" dt="2023-08-02T08:42:25.447" v="713" actId="2710"/>
        <pc:sldMkLst>
          <pc:docMk/>
          <pc:sldMk cId="586749332" sldId="637"/>
        </pc:sldMkLst>
        <pc:spChg chg="mod">
          <ac:chgData name="ADE PUTERA KEMALA" userId="ae082dc6-986d-44c2-b903-255a692f1bc4" providerId="ADAL" clId="{3810AC8B-24CF-496F-9BE7-CC58DA6B508B}" dt="2023-08-02T08:42:17.583" v="702" actId="404"/>
          <ac:spMkLst>
            <pc:docMk/>
            <pc:sldMk cId="586749332" sldId="637"/>
            <ac:spMk id="3" creationId="{8554E95D-355A-66A4-4CCD-2A939D920B5A}"/>
          </ac:spMkLst>
        </pc:spChg>
        <pc:spChg chg="mod">
          <ac:chgData name="ADE PUTERA KEMALA" userId="ae082dc6-986d-44c2-b903-255a692f1bc4" providerId="ADAL" clId="{3810AC8B-24CF-496F-9BE7-CC58DA6B508B}" dt="2023-08-02T08:42:25.447" v="713" actId="2710"/>
          <ac:spMkLst>
            <pc:docMk/>
            <pc:sldMk cId="586749332" sldId="637"/>
            <ac:spMk id="4" creationId="{C2CE0213-2E90-CD16-3D1F-C26E05C9AD20}"/>
          </ac:spMkLst>
        </pc:spChg>
      </pc:sldChg>
      <pc:sldChg chg="modSp mod">
        <pc:chgData name="ADE PUTERA KEMALA" userId="ae082dc6-986d-44c2-b903-255a692f1bc4" providerId="ADAL" clId="{3810AC8B-24CF-496F-9BE7-CC58DA6B508B}" dt="2023-08-02T08:42:39.413" v="716" actId="404"/>
        <pc:sldMkLst>
          <pc:docMk/>
          <pc:sldMk cId="3930018118" sldId="638"/>
        </pc:sldMkLst>
        <pc:spChg chg="mod">
          <ac:chgData name="ADE PUTERA KEMALA" userId="ae082dc6-986d-44c2-b903-255a692f1bc4" providerId="ADAL" clId="{3810AC8B-24CF-496F-9BE7-CC58DA6B508B}" dt="2023-08-02T08:42:35.641" v="714" actId="404"/>
          <ac:spMkLst>
            <pc:docMk/>
            <pc:sldMk cId="3930018118" sldId="638"/>
            <ac:spMk id="3" creationId="{8554E95D-355A-66A4-4CCD-2A939D920B5A}"/>
          </ac:spMkLst>
        </pc:spChg>
        <pc:spChg chg="mod">
          <ac:chgData name="ADE PUTERA KEMALA" userId="ae082dc6-986d-44c2-b903-255a692f1bc4" providerId="ADAL" clId="{3810AC8B-24CF-496F-9BE7-CC58DA6B508B}" dt="2023-08-02T08:42:39.413" v="716" actId="404"/>
          <ac:spMkLst>
            <pc:docMk/>
            <pc:sldMk cId="3930018118" sldId="638"/>
            <ac:spMk id="4" creationId="{C2CE0213-2E90-CD16-3D1F-C26E05C9AD20}"/>
          </ac:spMkLst>
        </pc:spChg>
      </pc:sldChg>
      <pc:sldChg chg="modSp mod modNotes modNotesTx">
        <pc:chgData name="ADE PUTERA KEMALA" userId="ae082dc6-986d-44c2-b903-255a692f1bc4" providerId="ADAL" clId="{3810AC8B-24CF-496F-9BE7-CC58DA6B508B}" dt="2023-08-02T08:42:55.483" v="721" actId="1076"/>
        <pc:sldMkLst>
          <pc:docMk/>
          <pc:sldMk cId="841053205" sldId="639"/>
        </pc:sldMkLst>
        <pc:spChg chg="mod">
          <ac:chgData name="ADE PUTERA KEMALA" userId="ae082dc6-986d-44c2-b903-255a692f1bc4" providerId="ADAL" clId="{3810AC8B-24CF-496F-9BE7-CC58DA6B508B}" dt="2023-08-02T08:42:47.233" v="717" actId="404"/>
          <ac:spMkLst>
            <pc:docMk/>
            <pc:sldMk cId="841053205" sldId="639"/>
            <ac:spMk id="3" creationId="{8554E95D-355A-66A4-4CCD-2A939D920B5A}"/>
          </ac:spMkLst>
        </pc:spChg>
        <pc:picChg chg="mod">
          <ac:chgData name="ADE PUTERA KEMALA" userId="ae082dc6-986d-44c2-b903-255a692f1bc4" providerId="ADAL" clId="{3810AC8B-24CF-496F-9BE7-CC58DA6B508B}" dt="2023-08-02T08:42:55.483" v="721" actId="1076"/>
          <ac:picMkLst>
            <pc:docMk/>
            <pc:sldMk cId="841053205" sldId="639"/>
            <ac:picMk id="5" creationId="{42C74BA2-ECB9-B4F0-8B87-0277DE2D384B}"/>
          </ac:picMkLst>
        </pc:picChg>
      </pc:sldChg>
      <pc:sldChg chg="modSp mod modNotes modNotesTx">
        <pc:chgData name="ADE PUTERA KEMALA" userId="ae082dc6-986d-44c2-b903-255a692f1bc4" providerId="ADAL" clId="{3810AC8B-24CF-496F-9BE7-CC58DA6B508B}" dt="2023-08-02T08:43:03.828" v="724" actId="404"/>
        <pc:sldMkLst>
          <pc:docMk/>
          <pc:sldMk cId="1847685232" sldId="641"/>
        </pc:sldMkLst>
        <pc:spChg chg="mod">
          <ac:chgData name="ADE PUTERA KEMALA" userId="ae082dc6-986d-44c2-b903-255a692f1bc4" providerId="ADAL" clId="{3810AC8B-24CF-496F-9BE7-CC58DA6B508B}" dt="2023-08-02T03:44:51.851" v="581"/>
          <ac:spMkLst>
            <pc:docMk/>
            <pc:sldMk cId="1847685232" sldId="641"/>
            <ac:spMk id="2" creationId="{5BA36D98-75AE-C3B7-E744-2D5039E314BF}"/>
          </ac:spMkLst>
        </pc:spChg>
        <pc:spChg chg="mod">
          <ac:chgData name="ADE PUTERA KEMALA" userId="ae082dc6-986d-44c2-b903-255a692f1bc4" providerId="ADAL" clId="{3810AC8B-24CF-496F-9BE7-CC58DA6B508B}" dt="2023-08-02T08:43:00.133" v="722" actId="404"/>
          <ac:spMkLst>
            <pc:docMk/>
            <pc:sldMk cId="1847685232" sldId="641"/>
            <ac:spMk id="3" creationId="{8554E95D-355A-66A4-4CCD-2A939D920B5A}"/>
          </ac:spMkLst>
        </pc:spChg>
        <pc:spChg chg="mod">
          <ac:chgData name="ADE PUTERA KEMALA" userId="ae082dc6-986d-44c2-b903-255a692f1bc4" providerId="ADAL" clId="{3810AC8B-24CF-496F-9BE7-CC58DA6B508B}" dt="2023-08-02T08:43:03.828" v="724" actId="404"/>
          <ac:spMkLst>
            <pc:docMk/>
            <pc:sldMk cId="1847685232" sldId="641"/>
            <ac:spMk id="4" creationId="{C2CE0213-2E90-CD16-3D1F-C26E05C9AD20}"/>
          </ac:spMkLst>
        </pc:spChg>
      </pc:sldChg>
      <pc:sldChg chg="modSp mod modNotes modNotesTx">
        <pc:chgData name="ADE PUTERA KEMALA" userId="ae082dc6-986d-44c2-b903-255a692f1bc4" providerId="ADAL" clId="{3810AC8B-24CF-496F-9BE7-CC58DA6B508B}" dt="2023-08-02T08:43:12.913" v="725" actId="404"/>
        <pc:sldMkLst>
          <pc:docMk/>
          <pc:sldMk cId="1009259590" sldId="642"/>
        </pc:sldMkLst>
        <pc:spChg chg="mod">
          <ac:chgData name="ADE PUTERA KEMALA" userId="ae082dc6-986d-44c2-b903-255a692f1bc4" providerId="ADAL" clId="{3810AC8B-24CF-496F-9BE7-CC58DA6B508B}" dt="2023-08-02T03:44:56.031" v="582"/>
          <ac:spMkLst>
            <pc:docMk/>
            <pc:sldMk cId="1009259590" sldId="642"/>
            <ac:spMk id="2" creationId="{5BA36D98-75AE-C3B7-E744-2D5039E314BF}"/>
          </ac:spMkLst>
        </pc:spChg>
        <pc:spChg chg="mod">
          <ac:chgData name="ADE PUTERA KEMALA" userId="ae082dc6-986d-44c2-b903-255a692f1bc4" providerId="ADAL" clId="{3810AC8B-24CF-496F-9BE7-CC58DA6B508B}" dt="2023-08-02T08:43:12.913" v="725" actId="404"/>
          <ac:spMkLst>
            <pc:docMk/>
            <pc:sldMk cId="1009259590" sldId="642"/>
            <ac:spMk id="3" creationId="{8554E95D-355A-66A4-4CCD-2A939D920B5A}"/>
          </ac:spMkLst>
        </pc:spChg>
        <pc:picChg chg="mod">
          <ac:chgData name="ADE PUTERA KEMALA" userId="ae082dc6-986d-44c2-b903-255a692f1bc4" providerId="ADAL" clId="{3810AC8B-24CF-496F-9BE7-CC58DA6B508B}" dt="2023-08-02T08:39:36.074" v="644"/>
          <ac:picMkLst>
            <pc:docMk/>
            <pc:sldMk cId="1009259590" sldId="642"/>
            <ac:picMk id="5" creationId="{7ADD56A0-A29A-5947-2DC3-4F553E4E51BC}"/>
          </ac:picMkLst>
        </pc:picChg>
      </pc:sldChg>
      <pc:sldChg chg="addSp modSp add mod ord">
        <pc:chgData name="ADE PUTERA KEMALA" userId="ae082dc6-986d-44c2-b903-255a692f1bc4" providerId="ADAL" clId="{3810AC8B-24CF-496F-9BE7-CC58DA6B508B}" dt="2023-08-02T08:46:38.624" v="811" actId="20577"/>
        <pc:sldMkLst>
          <pc:docMk/>
          <pc:sldMk cId="455132631" sldId="643"/>
        </pc:sldMkLst>
        <pc:spChg chg="mod">
          <ac:chgData name="ADE PUTERA KEMALA" userId="ae082dc6-986d-44c2-b903-255a692f1bc4" providerId="ADAL" clId="{3810AC8B-24CF-496F-9BE7-CC58DA6B508B}" dt="2023-08-02T08:39:36.074" v="644"/>
          <ac:spMkLst>
            <pc:docMk/>
            <pc:sldMk cId="455132631" sldId="643"/>
            <ac:spMk id="2" creationId="{AE565A44-B6C2-E614-6B53-9C3B69CF163C}"/>
          </ac:spMkLst>
        </pc:spChg>
        <pc:spChg chg="mod">
          <ac:chgData name="ADE PUTERA KEMALA" userId="ae082dc6-986d-44c2-b903-255a692f1bc4" providerId="ADAL" clId="{3810AC8B-24CF-496F-9BE7-CC58DA6B508B}" dt="2023-08-02T08:46:38.624" v="811" actId="20577"/>
          <ac:spMkLst>
            <pc:docMk/>
            <pc:sldMk cId="455132631" sldId="643"/>
            <ac:spMk id="3" creationId="{2AE3EA4C-8C82-9572-09C8-4D79EA3AB723}"/>
          </ac:spMkLst>
        </pc:spChg>
        <pc:spChg chg="mod">
          <ac:chgData name="ADE PUTERA KEMALA" userId="ae082dc6-986d-44c2-b903-255a692f1bc4" providerId="ADAL" clId="{3810AC8B-24CF-496F-9BE7-CC58DA6B508B}" dt="2023-08-02T08:40:49.946" v="693" actId="27636"/>
          <ac:spMkLst>
            <pc:docMk/>
            <pc:sldMk cId="455132631" sldId="643"/>
            <ac:spMk id="4" creationId="{A57D6905-B96F-8821-0852-A482D6135AB9}"/>
          </ac:spMkLst>
        </pc:spChg>
        <pc:picChg chg="add mod">
          <ac:chgData name="ADE PUTERA KEMALA" userId="ae082dc6-986d-44c2-b903-255a692f1bc4" providerId="ADAL" clId="{3810AC8B-24CF-496F-9BE7-CC58DA6B508B}" dt="2023-08-02T08:39:36.074" v="644"/>
          <ac:picMkLst>
            <pc:docMk/>
            <pc:sldMk cId="455132631" sldId="643"/>
            <ac:picMk id="5" creationId="{FEA6B281-F428-2F64-628A-C362EFAB2304}"/>
          </ac:picMkLst>
        </pc:picChg>
        <pc:picChg chg="add mod">
          <ac:chgData name="ADE PUTERA KEMALA" userId="ae082dc6-986d-44c2-b903-255a692f1bc4" providerId="ADAL" clId="{3810AC8B-24CF-496F-9BE7-CC58DA6B508B}" dt="2023-08-02T08:39:36.074" v="644"/>
          <ac:picMkLst>
            <pc:docMk/>
            <pc:sldMk cId="455132631" sldId="643"/>
            <ac:picMk id="6" creationId="{5EB8EA17-AC34-55BA-D4F0-3C30DD3097E6}"/>
          </ac:picMkLst>
        </pc:picChg>
      </pc:sldChg>
      <pc:sldChg chg="addSp delSp modSp add mod modNotes">
        <pc:chgData name="ADE PUTERA KEMALA" userId="ae082dc6-986d-44c2-b903-255a692f1bc4" providerId="ADAL" clId="{3810AC8B-24CF-496F-9BE7-CC58DA6B508B}" dt="2023-08-02T08:40:49.764" v="676" actId="27636"/>
        <pc:sldMkLst>
          <pc:docMk/>
          <pc:sldMk cId="2178367208" sldId="644"/>
        </pc:sldMkLst>
        <pc:spChg chg="mod">
          <ac:chgData name="ADE PUTERA KEMALA" userId="ae082dc6-986d-44c2-b903-255a692f1bc4" providerId="ADAL" clId="{3810AC8B-24CF-496F-9BE7-CC58DA6B508B}" dt="2023-08-02T03:45:00.282" v="583"/>
          <ac:spMkLst>
            <pc:docMk/>
            <pc:sldMk cId="2178367208" sldId="644"/>
            <ac:spMk id="2" creationId="{5BA36D98-75AE-C3B7-E744-2D5039E314BF}"/>
          </ac:spMkLst>
        </pc:spChg>
        <pc:spChg chg="mod">
          <ac:chgData name="ADE PUTERA KEMALA" userId="ae082dc6-986d-44c2-b903-255a692f1bc4" providerId="ADAL" clId="{3810AC8B-24CF-496F-9BE7-CC58DA6B508B}" dt="2023-08-02T08:40:49.764" v="676" actId="27636"/>
          <ac:spMkLst>
            <pc:docMk/>
            <pc:sldMk cId="2178367208" sldId="644"/>
            <ac:spMk id="3" creationId="{8554E95D-355A-66A4-4CCD-2A939D920B5A}"/>
          </ac:spMkLst>
        </pc:spChg>
        <pc:spChg chg="add del mod">
          <ac:chgData name="ADE PUTERA KEMALA" userId="ae082dc6-986d-44c2-b903-255a692f1bc4" providerId="ADAL" clId="{3810AC8B-24CF-496F-9BE7-CC58DA6B508B}" dt="2023-08-01T03:03:52.736" v="13"/>
          <ac:spMkLst>
            <pc:docMk/>
            <pc:sldMk cId="2178367208" sldId="644"/>
            <ac:spMk id="6" creationId="{10E4F5F2-5477-0A98-CAA3-EBA81AEE4B8F}"/>
          </ac:spMkLst>
        </pc:spChg>
        <pc:picChg chg="del">
          <ac:chgData name="ADE PUTERA KEMALA" userId="ae082dc6-986d-44c2-b903-255a692f1bc4" providerId="ADAL" clId="{3810AC8B-24CF-496F-9BE7-CC58DA6B508B}" dt="2023-08-01T03:03:50.672" v="10" actId="478"/>
          <ac:picMkLst>
            <pc:docMk/>
            <pc:sldMk cId="2178367208" sldId="644"/>
            <ac:picMk id="5" creationId="{7ADD56A0-A29A-5947-2DC3-4F553E4E51BC}"/>
          </ac:picMkLst>
        </pc:picChg>
        <pc:picChg chg="add del mod">
          <ac:chgData name="ADE PUTERA KEMALA" userId="ae082dc6-986d-44c2-b903-255a692f1bc4" providerId="ADAL" clId="{3810AC8B-24CF-496F-9BE7-CC58DA6B508B}" dt="2023-08-01T03:03:51.892" v="12"/>
          <ac:picMkLst>
            <pc:docMk/>
            <pc:sldMk cId="2178367208" sldId="644"/>
            <ac:picMk id="7" creationId="{BF24EC3F-90C7-5099-CB25-6B50ADB0B66D}"/>
          </ac:picMkLst>
        </pc:picChg>
        <pc:picChg chg="add mod">
          <ac:chgData name="ADE PUTERA KEMALA" userId="ae082dc6-986d-44c2-b903-255a692f1bc4" providerId="ADAL" clId="{3810AC8B-24CF-496F-9BE7-CC58DA6B508B}" dt="2023-08-02T08:39:36.074" v="644"/>
          <ac:picMkLst>
            <pc:docMk/>
            <pc:sldMk cId="2178367208" sldId="644"/>
            <ac:picMk id="8" creationId="{8DB02F7B-74AB-5449-5215-AF3A97974AA0}"/>
          </ac:picMkLst>
        </pc:picChg>
      </pc:sldChg>
      <pc:sldChg chg="addSp delSp modSp add mod modNotes modNotesTx">
        <pc:chgData name="ADE PUTERA KEMALA" userId="ae082dc6-986d-44c2-b903-255a692f1bc4" providerId="ADAL" clId="{3810AC8B-24CF-496F-9BE7-CC58DA6B508B}" dt="2023-08-02T08:40:49.764" v="677" actId="27636"/>
        <pc:sldMkLst>
          <pc:docMk/>
          <pc:sldMk cId="1353324041" sldId="645"/>
        </pc:sldMkLst>
        <pc:spChg chg="mod">
          <ac:chgData name="ADE PUTERA KEMALA" userId="ae082dc6-986d-44c2-b903-255a692f1bc4" providerId="ADAL" clId="{3810AC8B-24CF-496F-9BE7-CC58DA6B508B}" dt="2023-08-02T03:45:03.136" v="584"/>
          <ac:spMkLst>
            <pc:docMk/>
            <pc:sldMk cId="1353324041" sldId="645"/>
            <ac:spMk id="2" creationId="{5BA36D98-75AE-C3B7-E744-2D5039E314BF}"/>
          </ac:spMkLst>
        </pc:spChg>
        <pc:spChg chg="mod">
          <ac:chgData name="ADE PUTERA KEMALA" userId="ae082dc6-986d-44c2-b903-255a692f1bc4" providerId="ADAL" clId="{3810AC8B-24CF-496F-9BE7-CC58DA6B508B}" dt="2023-08-02T08:40:49.764" v="677" actId="27636"/>
          <ac:spMkLst>
            <pc:docMk/>
            <pc:sldMk cId="1353324041" sldId="645"/>
            <ac:spMk id="3" creationId="{8554E95D-355A-66A4-4CCD-2A939D920B5A}"/>
          </ac:spMkLst>
        </pc:spChg>
        <pc:spChg chg="add del mod">
          <ac:chgData name="ADE PUTERA KEMALA" userId="ae082dc6-986d-44c2-b903-255a692f1bc4" providerId="ADAL" clId="{3810AC8B-24CF-496F-9BE7-CC58DA6B508B}" dt="2023-08-01T03:04:13.392" v="19"/>
          <ac:spMkLst>
            <pc:docMk/>
            <pc:sldMk cId="1353324041" sldId="645"/>
            <ac:spMk id="5" creationId="{9022AEE0-AAC4-779A-6A1A-78E969C527D6}"/>
          </ac:spMkLst>
        </pc:spChg>
        <pc:picChg chg="add mod">
          <ac:chgData name="ADE PUTERA KEMALA" userId="ae082dc6-986d-44c2-b903-255a692f1bc4" providerId="ADAL" clId="{3810AC8B-24CF-496F-9BE7-CC58DA6B508B}" dt="2023-08-02T08:39:36.074" v="644"/>
          <ac:picMkLst>
            <pc:docMk/>
            <pc:sldMk cId="1353324041" sldId="645"/>
            <ac:picMk id="6" creationId="{A31EA8F6-58B0-9848-C28D-91852239C163}"/>
          </ac:picMkLst>
        </pc:picChg>
        <pc:picChg chg="del">
          <ac:chgData name="ADE PUTERA KEMALA" userId="ae082dc6-986d-44c2-b903-255a692f1bc4" providerId="ADAL" clId="{3810AC8B-24CF-496F-9BE7-CC58DA6B508B}" dt="2023-08-01T03:04:11.752" v="18" actId="478"/>
          <ac:picMkLst>
            <pc:docMk/>
            <pc:sldMk cId="1353324041" sldId="645"/>
            <ac:picMk id="8" creationId="{8DB02F7B-74AB-5449-5215-AF3A97974AA0}"/>
          </ac:picMkLst>
        </pc:picChg>
      </pc:sldChg>
      <pc:sldChg chg="addSp delSp modSp add mod modNotes modNotesTx">
        <pc:chgData name="ADE PUTERA KEMALA" userId="ae082dc6-986d-44c2-b903-255a692f1bc4" providerId="ADAL" clId="{3810AC8B-24CF-496F-9BE7-CC58DA6B508B}" dt="2023-08-02T08:40:49.773" v="678" actId="27636"/>
        <pc:sldMkLst>
          <pc:docMk/>
          <pc:sldMk cId="3241387688" sldId="646"/>
        </pc:sldMkLst>
        <pc:spChg chg="mod">
          <ac:chgData name="ADE PUTERA KEMALA" userId="ae082dc6-986d-44c2-b903-255a692f1bc4" providerId="ADAL" clId="{3810AC8B-24CF-496F-9BE7-CC58DA6B508B}" dt="2023-08-02T03:45:06.420" v="585"/>
          <ac:spMkLst>
            <pc:docMk/>
            <pc:sldMk cId="3241387688" sldId="646"/>
            <ac:spMk id="2" creationId="{5BA36D98-75AE-C3B7-E744-2D5039E314BF}"/>
          </ac:spMkLst>
        </pc:spChg>
        <pc:spChg chg="mod">
          <ac:chgData name="ADE PUTERA KEMALA" userId="ae082dc6-986d-44c2-b903-255a692f1bc4" providerId="ADAL" clId="{3810AC8B-24CF-496F-9BE7-CC58DA6B508B}" dt="2023-08-02T08:40:49.773" v="678" actId="27636"/>
          <ac:spMkLst>
            <pc:docMk/>
            <pc:sldMk cId="3241387688" sldId="646"/>
            <ac:spMk id="3" creationId="{8554E95D-355A-66A4-4CCD-2A939D920B5A}"/>
          </ac:spMkLst>
        </pc:spChg>
        <pc:spChg chg="add mod">
          <ac:chgData name="ADE PUTERA KEMALA" userId="ae082dc6-986d-44c2-b903-255a692f1bc4" providerId="ADAL" clId="{3810AC8B-24CF-496F-9BE7-CC58DA6B508B}" dt="2023-08-01T03:04:33.955" v="29" actId="478"/>
          <ac:spMkLst>
            <pc:docMk/>
            <pc:sldMk cId="3241387688" sldId="646"/>
            <ac:spMk id="5" creationId="{10A2472F-F97A-C0D9-CFE2-BD5CA2455DB2}"/>
          </ac:spMkLst>
        </pc:spChg>
        <pc:picChg chg="del">
          <ac:chgData name="ADE PUTERA KEMALA" userId="ae082dc6-986d-44c2-b903-255a692f1bc4" providerId="ADAL" clId="{3810AC8B-24CF-496F-9BE7-CC58DA6B508B}" dt="2023-08-01T03:04:33.955" v="29" actId="478"/>
          <ac:picMkLst>
            <pc:docMk/>
            <pc:sldMk cId="3241387688" sldId="646"/>
            <ac:picMk id="6" creationId="{A31EA8F6-58B0-9848-C28D-91852239C163}"/>
          </ac:picMkLst>
        </pc:picChg>
        <pc:picChg chg="add mod">
          <ac:chgData name="ADE PUTERA KEMALA" userId="ae082dc6-986d-44c2-b903-255a692f1bc4" providerId="ADAL" clId="{3810AC8B-24CF-496F-9BE7-CC58DA6B508B}" dt="2023-08-02T08:39:36.074" v="644"/>
          <ac:picMkLst>
            <pc:docMk/>
            <pc:sldMk cId="3241387688" sldId="646"/>
            <ac:picMk id="7" creationId="{B48C2DC7-F5FD-07B7-EEAF-E633249D113A}"/>
          </ac:picMkLst>
        </pc:picChg>
      </pc:sldChg>
      <pc:sldChg chg="addSp delSp modSp add mod modNotes modNotesTx">
        <pc:chgData name="ADE PUTERA KEMALA" userId="ae082dc6-986d-44c2-b903-255a692f1bc4" providerId="ADAL" clId="{3810AC8B-24CF-496F-9BE7-CC58DA6B508B}" dt="2023-08-02T08:40:49.779" v="679" actId="27636"/>
        <pc:sldMkLst>
          <pc:docMk/>
          <pc:sldMk cId="1899133845" sldId="647"/>
        </pc:sldMkLst>
        <pc:spChg chg="mod">
          <ac:chgData name="ADE PUTERA KEMALA" userId="ae082dc6-986d-44c2-b903-255a692f1bc4" providerId="ADAL" clId="{3810AC8B-24CF-496F-9BE7-CC58DA6B508B}" dt="2023-08-02T03:45:08.564" v="586"/>
          <ac:spMkLst>
            <pc:docMk/>
            <pc:sldMk cId="1899133845" sldId="647"/>
            <ac:spMk id="2" creationId="{5BA36D98-75AE-C3B7-E744-2D5039E314BF}"/>
          </ac:spMkLst>
        </pc:spChg>
        <pc:spChg chg="mod">
          <ac:chgData name="ADE PUTERA KEMALA" userId="ae082dc6-986d-44c2-b903-255a692f1bc4" providerId="ADAL" clId="{3810AC8B-24CF-496F-9BE7-CC58DA6B508B}" dt="2023-08-02T08:40:49.779" v="679" actId="27636"/>
          <ac:spMkLst>
            <pc:docMk/>
            <pc:sldMk cId="1899133845" sldId="647"/>
            <ac:spMk id="3" creationId="{8554E95D-355A-66A4-4CCD-2A939D920B5A}"/>
          </ac:spMkLst>
        </pc:spChg>
        <pc:picChg chg="add mod">
          <ac:chgData name="ADE PUTERA KEMALA" userId="ae082dc6-986d-44c2-b903-255a692f1bc4" providerId="ADAL" clId="{3810AC8B-24CF-496F-9BE7-CC58DA6B508B}" dt="2023-08-02T08:39:36.074" v="644"/>
          <ac:picMkLst>
            <pc:docMk/>
            <pc:sldMk cId="1899133845" sldId="647"/>
            <ac:picMk id="4" creationId="{E58D031C-F075-8447-084D-AE8FDBB49681}"/>
          </ac:picMkLst>
        </pc:picChg>
        <pc:picChg chg="del">
          <ac:chgData name="ADE PUTERA KEMALA" userId="ae082dc6-986d-44c2-b903-255a692f1bc4" providerId="ADAL" clId="{3810AC8B-24CF-496F-9BE7-CC58DA6B508B}" dt="2023-08-01T03:04:53.622" v="36" actId="478"/>
          <ac:picMkLst>
            <pc:docMk/>
            <pc:sldMk cId="1899133845" sldId="647"/>
            <ac:picMk id="7" creationId="{B48C2DC7-F5FD-07B7-EEAF-E633249D113A}"/>
          </ac:picMkLst>
        </pc:picChg>
      </pc:sldChg>
      <pc:sldChg chg="modSp add mod">
        <pc:chgData name="ADE PUTERA KEMALA" userId="ae082dc6-986d-44c2-b903-255a692f1bc4" providerId="ADAL" clId="{3810AC8B-24CF-496F-9BE7-CC58DA6B508B}" dt="2023-08-02T03:40:17.379" v="514"/>
        <pc:sldMkLst>
          <pc:docMk/>
          <pc:sldMk cId="2787906371" sldId="648"/>
        </pc:sldMkLst>
        <pc:spChg chg="mod">
          <ac:chgData name="ADE PUTERA KEMALA" userId="ae082dc6-986d-44c2-b903-255a692f1bc4" providerId="ADAL" clId="{3810AC8B-24CF-496F-9BE7-CC58DA6B508B}" dt="2023-08-02T03:40:17.379" v="514"/>
          <ac:spMkLst>
            <pc:docMk/>
            <pc:sldMk cId="2787906371" sldId="648"/>
            <ac:spMk id="2" creationId="{AE565A44-B6C2-E614-6B53-9C3B69CF163C}"/>
          </ac:spMkLst>
        </pc:spChg>
      </pc:sldChg>
      <pc:sldChg chg="delSp modSp add del mod modNotes modNotesTx">
        <pc:chgData name="ADE PUTERA KEMALA" userId="ae082dc6-986d-44c2-b903-255a692f1bc4" providerId="ADAL" clId="{3810AC8B-24CF-496F-9BE7-CC58DA6B508B}" dt="2023-08-01T03:06:07.442" v="52" actId="47"/>
        <pc:sldMkLst>
          <pc:docMk/>
          <pc:sldMk cId="3699465403" sldId="649"/>
        </pc:sldMkLst>
        <pc:spChg chg="del mod">
          <ac:chgData name="ADE PUTERA KEMALA" userId="ae082dc6-986d-44c2-b903-255a692f1bc4" providerId="ADAL" clId="{3810AC8B-24CF-496F-9BE7-CC58DA6B508B}" dt="2023-08-01T03:06:00.079" v="50" actId="478"/>
          <ac:spMkLst>
            <pc:docMk/>
            <pc:sldMk cId="3699465403" sldId="649"/>
            <ac:spMk id="5" creationId="{10A2472F-F97A-C0D9-CFE2-BD5CA2455DB2}"/>
          </ac:spMkLst>
        </pc:spChg>
        <pc:picChg chg="del">
          <ac:chgData name="ADE PUTERA KEMALA" userId="ae082dc6-986d-44c2-b903-255a692f1bc4" providerId="ADAL" clId="{3810AC8B-24CF-496F-9BE7-CC58DA6B508B}" dt="2023-08-01T03:05:53.873" v="45" actId="478"/>
          <ac:picMkLst>
            <pc:docMk/>
            <pc:sldMk cId="3699465403" sldId="649"/>
            <ac:picMk id="4" creationId="{E58D031C-F075-8447-084D-AE8FDBB49681}"/>
          </ac:picMkLst>
        </pc:picChg>
      </pc:sldChg>
      <pc:sldChg chg="modSp add mod modNotes modNotesTx">
        <pc:chgData name="ADE PUTERA KEMALA" userId="ae082dc6-986d-44c2-b903-255a692f1bc4" providerId="ADAL" clId="{3810AC8B-24CF-496F-9BE7-CC58DA6B508B}" dt="2023-08-02T08:45:50.999" v="787" actId="2710"/>
        <pc:sldMkLst>
          <pc:docMk/>
          <pc:sldMk cId="1072879558" sldId="650"/>
        </pc:sldMkLst>
        <pc:spChg chg="mod">
          <ac:chgData name="ADE PUTERA KEMALA" userId="ae082dc6-986d-44c2-b903-255a692f1bc4" providerId="ADAL" clId="{3810AC8B-24CF-496F-9BE7-CC58DA6B508B}" dt="2023-08-02T08:45:46.657" v="784" actId="404"/>
          <ac:spMkLst>
            <pc:docMk/>
            <pc:sldMk cId="1072879558" sldId="650"/>
            <ac:spMk id="2" creationId="{5BA36D98-75AE-C3B7-E744-2D5039E314BF}"/>
          </ac:spMkLst>
        </pc:spChg>
        <pc:spChg chg="mod">
          <ac:chgData name="ADE PUTERA KEMALA" userId="ae082dc6-986d-44c2-b903-255a692f1bc4" providerId="ADAL" clId="{3810AC8B-24CF-496F-9BE7-CC58DA6B508B}" dt="2023-08-02T08:45:43.993" v="782" actId="404"/>
          <ac:spMkLst>
            <pc:docMk/>
            <pc:sldMk cId="1072879558" sldId="650"/>
            <ac:spMk id="3" creationId="{8554E95D-355A-66A4-4CCD-2A939D920B5A}"/>
          </ac:spMkLst>
        </pc:spChg>
        <pc:spChg chg="mod">
          <ac:chgData name="ADE PUTERA KEMALA" userId="ae082dc6-986d-44c2-b903-255a692f1bc4" providerId="ADAL" clId="{3810AC8B-24CF-496F-9BE7-CC58DA6B508B}" dt="2023-08-02T08:45:50.999" v="787" actId="2710"/>
          <ac:spMkLst>
            <pc:docMk/>
            <pc:sldMk cId="1072879558" sldId="650"/>
            <ac:spMk id="4" creationId="{C2CE0213-2E90-CD16-3D1F-C26E05C9AD20}"/>
          </ac:spMkLst>
        </pc:spChg>
      </pc:sldChg>
      <pc:sldChg chg="modSp add mod ord">
        <pc:chgData name="ADE PUTERA KEMALA" userId="ae082dc6-986d-44c2-b903-255a692f1bc4" providerId="ADAL" clId="{3810AC8B-24CF-496F-9BE7-CC58DA6B508B}" dt="2023-08-02T03:25:07.379" v="97"/>
        <pc:sldMkLst>
          <pc:docMk/>
          <pc:sldMk cId="4175675422" sldId="651"/>
        </pc:sldMkLst>
        <pc:spChg chg="mod">
          <ac:chgData name="ADE PUTERA KEMALA" userId="ae082dc6-986d-44c2-b903-255a692f1bc4" providerId="ADAL" clId="{3810AC8B-24CF-496F-9BE7-CC58DA6B508B}" dt="2023-08-02T03:25:07.379" v="97"/>
          <ac:spMkLst>
            <pc:docMk/>
            <pc:sldMk cId="4175675422" sldId="651"/>
            <ac:spMk id="2" creationId="{AE565A44-B6C2-E614-6B53-9C3B69CF163C}"/>
          </ac:spMkLst>
        </pc:spChg>
      </pc:sldChg>
      <pc:sldChg chg="modSp add mod modNotes modNotesTx">
        <pc:chgData name="ADE PUTERA KEMALA" userId="ae082dc6-986d-44c2-b903-255a692f1bc4" providerId="ADAL" clId="{3810AC8B-24CF-496F-9BE7-CC58DA6B508B}" dt="2023-08-02T08:43:36.473" v="738" actId="27636"/>
        <pc:sldMkLst>
          <pc:docMk/>
          <pc:sldMk cId="689596759" sldId="652"/>
        </pc:sldMkLst>
        <pc:spChg chg="mod">
          <ac:chgData name="ADE PUTERA KEMALA" userId="ae082dc6-986d-44c2-b903-255a692f1bc4" providerId="ADAL" clId="{3810AC8B-24CF-496F-9BE7-CC58DA6B508B}" dt="2023-08-02T03:25:33.580" v="101"/>
          <ac:spMkLst>
            <pc:docMk/>
            <pc:sldMk cId="689596759" sldId="652"/>
            <ac:spMk id="2" creationId="{5BA36D98-75AE-C3B7-E744-2D5039E314BF}"/>
          </ac:spMkLst>
        </pc:spChg>
        <pc:spChg chg="mod">
          <ac:chgData name="ADE PUTERA KEMALA" userId="ae082dc6-986d-44c2-b903-255a692f1bc4" providerId="ADAL" clId="{3810AC8B-24CF-496F-9BE7-CC58DA6B508B}" dt="2023-08-02T08:43:23.171" v="726" actId="404"/>
          <ac:spMkLst>
            <pc:docMk/>
            <pc:sldMk cId="689596759" sldId="652"/>
            <ac:spMk id="3" creationId="{8554E95D-355A-66A4-4CCD-2A939D920B5A}"/>
          </ac:spMkLst>
        </pc:spChg>
        <pc:spChg chg="mod">
          <ac:chgData name="ADE PUTERA KEMALA" userId="ae082dc6-986d-44c2-b903-255a692f1bc4" providerId="ADAL" clId="{3810AC8B-24CF-496F-9BE7-CC58DA6B508B}" dt="2023-08-02T08:43:36.473" v="738" actId="27636"/>
          <ac:spMkLst>
            <pc:docMk/>
            <pc:sldMk cId="689596759" sldId="652"/>
            <ac:spMk id="4" creationId="{C2CE0213-2E90-CD16-3D1F-C26E05C9AD20}"/>
          </ac:spMkLst>
        </pc:spChg>
      </pc:sldChg>
      <pc:sldChg chg="modSp add mod modNotes modNotesTx">
        <pc:chgData name="ADE PUTERA KEMALA" userId="ae082dc6-986d-44c2-b903-255a692f1bc4" providerId="ADAL" clId="{3810AC8B-24CF-496F-9BE7-CC58DA6B508B}" dt="2023-08-02T08:43:50.358" v="741" actId="404"/>
        <pc:sldMkLst>
          <pc:docMk/>
          <pc:sldMk cId="3711355420" sldId="653"/>
        </pc:sldMkLst>
        <pc:spChg chg="mod">
          <ac:chgData name="ADE PUTERA KEMALA" userId="ae082dc6-986d-44c2-b903-255a692f1bc4" providerId="ADAL" clId="{3810AC8B-24CF-496F-9BE7-CC58DA6B508B}" dt="2023-08-02T08:43:50.358" v="741" actId="404"/>
          <ac:spMkLst>
            <pc:docMk/>
            <pc:sldMk cId="3711355420" sldId="653"/>
            <ac:spMk id="3" creationId="{8554E95D-355A-66A4-4CCD-2A939D920B5A}"/>
          </ac:spMkLst>
        </pc:spChg>
        <pc:spChg chg="mod">
          <ac:chgData name="ADE PUTERA KEMALA" userId="ae082dc6-986d-44c2-b903-255a692f1bc4" providerId="ADAL" clId="{3810AC8B-24CF-496F-9BE7-CC58DA6B508B}" dt="2023-08-02T08:43:46.385" v="740" actId="404"/>
          <ac:spMkLst>
            <pc:docMk/>
            <pc:sldMk cId="3711355420" sldId="653"/>
            <ac:spMk id="4" creationId="{C2CE0213-2E90-CD16-3D1F-C26E05C9AD20}"/>
          </ac:spMkLst>
        </pc:spChg>
      </pc:sldChg>
      <pc:sldChg chg="modSp add mod modNotes modNotesTx">
        <pc:chgData name="ADE PUTERA KEMALA" userId="ae082dc6-986d-44c2-b903-255a692f1bc4" providerId="ADAL" clId="{3810AC8B-24CF-496F-9BE7-CC58DA6B508B}" dt="2023-08-02T08:43:59.129" v="745" actId="27636"/>
        <pc:sldMkLst>
          <pc:docMk/>
          <pc:sldMk cId="4228461299" sldId="654"/>
        </pc:sldMkLst>
        <pc:spChg chg="mod">
          <ac:chgData name="ADE PUTERA KEMALA" userId="ae082dc6-986d-44c2-b903-255a692f1bc4" providerId="ADAL" clId="{3810AC8B-24CF-496F-9BE7-CC58DA6B508B}" dt="2023-08-02T08:43:57.403" v="743" actId="404"/>
          <ac:spMkLst>
            <pc:docMk/>
            <pc:sldMk cId="4228461299" sldId="654"/>
            <ac:spMk id="3" creationId="{8554E95D-355A-66A4-4CCD-2A939D920B5A}"/>
          </ac:spMkLst>
        </pc:spChg>
        <pc:spChg chg="mod">
          <ac:chgData name="ADE PUTERA KEMALA" userId="ae082dc6-986d-44c2-b903-255a692f1bc4" providerId="ADAL" clId="{3810AC8B-24CF-496F-9BE7-CC58DA6B508B}" dt="2023-08-02T08:43:59.129" v="745" actId="27636"/>
          <ac:spMkLst>
            <pc:docMk/>
            <pc:sldMk cId="4228461299" sldId="654"/>
            <ac:spMk id="4" creationId="{C2CE0213-2E90-CD16-3D1F-C26E05C9AD20}"/>
          </ac:spMkLst>
        </pc:spChg>
      </pc:sldChg>
      <pc:sldChg chg="addSp delSp modSp add mod modNotes modNotesTx">
        <pc:chgData name="ADE PUTERA KEMALA" userId="ae082dc6-986d-44c2-b903-255a692f1bc4" providerId="ADAL" clId="{3810AC8B-24CF-496F-9BE7-CC58DA6B508B}" dt="2023-08-02T08:43:53.490" v="742" actId="404"/>
        <pc:sldMkLst>
          <pc:docMk/>
          <pc:sldMk cId="202039854" sldId="655"/>
        </pc:sldMkLst>
        <pc:spChg chg="mod">
          <ac:chgData name="ADE PUTERA KEMALA" userId="ae082dc6-986d-44c2-b903-255a692f1bc4" providerId="ADAL" clId="{3810AC8B-24CF-496F-9BE7-CC58DA6B508B}" dt="2023-08-02T08:43:53.490" v="742" actId="404"/>
          <ac:spMkLst>
            <pc:docMk/>
            <pc:sldMk cId="202039854" sldId="655"/>
            <ac:spMk id="3" creationId="{8554E95D-355A-66A4-4CCD-2A939D920B5A}"/>
          </ac:spMkLst>
        </pc:spChg>
        <pc:spChg chg="del mod">
          <ac:chgData name="ADE PUTERA KEMALA" userId="ae082dc6-986d-44c2-b903-255a692f1bc4" providerId="ADAL" clId="{3810AC8B-24CF-496F-9BE7-CC58DA6B508B}" dt="2023-08-02T03:32:05.873" v="299" actId="22"/>
          <ac:spMkLst>
            <pc:docMk/>
            <pc:sldMk cId="202039854" sldId="655"/>
            <ac:spMk id="4" creationId="{C2CE0213-2E90-CD16-3D1F-C26E05C9AD20}"/>
          </ac:spMkLst>
        </pc:spChg>
        <pc:picChg chg="add mod ord">
          <ac:chgData name="ADE PUTERA KEMALA" userId="ae082dc6-986d-44c2-b903-255a692f1bc4" providerId="ADAL" clId="{3810AC8B-24CF-496F-9BE7-CC58DA6B508B}" dt="2023-08-02T08:39:36.074" v="644"/>
          <ac:picMkLst>
            <pc:docMk/>
            <pc:sldMk cId="202039854" sldId="655"/>
            <ac:picMk id="6" creationId="{93F5FC78-2382-C6E8-C88E-8A5A42A2809A}"/>
          </ac:picMkLst>
        </pc:picChg>
      </pc:sldChg>
      <pc:sldChg chg="addSp delSp modSp add mod modNotes modNotesTx">
        <pc:chgData name="ADE PUTERA KEMALA" userId="ae082dc6-986d-44c2-b903-255a692f1bc4" providerId="ADAL" clId="{3810AC8B-24CF-496F-9BE7-CC58DA6B508B}" dt="2023-08-02T08:44:20.313" v="754" actId="404"/>
        <pc:sldMkLst>
          <pc:docMk/>
          <pc:sldMk cId="766713700" sldId="656"/>
        </pc:sldMkLst>
        <pc:spChg chg="mod">
          <ac:chgData name="ADE PUTERA KEMALA" userId="ae082dc6-986d-44c2-b903-255a692f1bc4" providerId="ADAL" clId="{3810AC8B-24CF-496F-9BE7-CC58DA6B508B}" dt="2023-08-02T08:44:20.313" v="754" actId="404"/>
          <ac:spMkLst>
            <pc:docMk/>
            <pc:sldMk cId="766713700" sldId="656"/>
            <ac:spMk id="3" creationId="{8554E95D-355A-66A4-4CCD-2A939D920B5A}"/>
          </ac:spMkLst>
        </pc:spChg>
        <pc:spChg chg="add del mod">
          <ac:chgData name="ADE PUTERA KEMALA" userId="ae082dc6-986d-44c2-b903-255a692f1bc4" providerId="ADAL" clId="{3810AC8B-24CF-496F-9BE7-CC58DA6B508B}" dt="2023-08-02T08:39:36.074" v="644"/>
          <ac:spMkLst>
            <pc:docMk/>
            <pc:sldMk cId="766713700" sldId="656"/>
            <ac:spMk id="4" creationId="{C2CE0213-2E90-CD16-3D1F-C26E05C9AD20}"/>
          </ac:spMkLst>
        </pc:spChg>
        <pc:picChg chg="add del mod ord">
          <ac:chgData name="ADE PUTERA KEMALA" userId="ae082dc6-986d-44c2-b903-255a692f1bc4" providerId="ADAL" clId="{3810AC8B-24CF-496F-9BE7-CC58DA6B508B}" dt="2023-08-02T03:33:05.349" v="315" actId="22"/>
          <ac:picMkLst>
            <pc:docMk/>
            <pc:sldMk cId="766713700" sldId="656"/>
            <ac:picMk id="6" creationId="{25CE7885-EC7D-8856-6D7F-1EE945D7BDF3}"/>
          </ac:picMkLst>
        </pc:picChg>
        <pc:picChg chg="add mod">
          <ac:chgData name="ADE PUTERA KEMALA" userId="ae082dc6-986d-44c2-b903-255a692f1bc4" providerId="ADAL" clId="{3810AC8B-24CF-496F-9BE7-CC58DA6B508B}" dt="2023-08-02T08:44:12.443" v="749" actId="1076"/>
          <ac:picMkLst>
            <pc:docMk/>
            <pc:sldMk cId="766713700" sldId="656"/>
            <ac:picMk id="8" creationId="{01DFB681-DCA8-D1AA-BE32-0836E93D91BA}"/>
          </ac:picMkLst>
        </pc:picChg>
      </pc:sldChg>
      <pc:sldChg chg="delSp modSp add mod modNotes">
        <pc:chgData name="ADE PUTERA KEMALA" userId="ae082dc6-986d-44c2-b903-255a692f1bc4" providerId="ADAL" clId="{3810AC8B-24CF-496F-9BE7-CC58DA6B508B}" dt="2023-08-02T08:44:31.187" v="759" actId="404"/>
        <pc:sldMkLst>
          <pc:docMk/>
          <pc:sldMk cId="1852416456" sldId="657"/>
        </pc:sldMkLst>
        <pc:spChg chg="mod">
          <ac:chgData name="ADE PUTERA KEMALA" userId="ae082dc6-986d-44c2-b903-255a692f1bc4" providerId="ADAL" clId="{3810AC8B-24CF-496F-9BE7-CC58DA6B508B}" dt="2023-08-02T08:44:27.893" v="757" actId="404"/>
          <ac:spMkLst>
            <pc:docMk/>
            <pc:sldMk cId="1852416456" sldId="657"/>
            <ac:spMk id="3" creationId="{8554E95D-355A-66A4-4CCD-2A939D920B5A}"/>
          </ac:spMkLst>
        </pc:spChg>
        <pc:spChg chg="mod">
          <ac:chgData name="ADE PUTERA KEMALA" userId="ae082dc6-986d-44c2-b903-255a692f1bc4" providerId="ADAL" clId="{3810AC8B-24CF-496F-9BE7-CC58DA6B508B}" dt="2023-08-02T08:44:31.187" v="759" actId="404"/>
          <ac:spMkLst>
            <pc:docMk/>
            <pc:sldMk cId="1852416456" sldId="657"/>
            <ac:spMk id="4" creationId="{C2CE0213-2E90-CD16-3D1F-C26E05C9AD20}"/>
          </ac:spMkLst>
        </pc:spChg>
        <pc:picChg chg="del">
          <ac:chgData name="ADE PUTERA KEMALA" userId="ae082dc6-986d-44c2-b903-255a692f1bc4" providerId="ADAL" clId="{3810AC8B-24CF-496F-9BE7-CC58DA6B508B}" dt="2023-08-02T03:34:05.053" v="333" actId="478"/>
          <ac:picMkLst>
            <pc:docMk/>
            <pc:sldMk cId="1852416456" sldId="657"/>
            <ac:picMk id="8" creationId="{01DFB681-DCA8-D1AA-BE32-0836E93D91BA}"/>
          </ac:picMkLst>
        </pc:picChg>
      </pc:sldChg>
      <pc:sldChg chg="modSp add mod modNotes modNotesTx">
        <pc:chgData name="ADE PUTERA KEMALA" userId="ae082dc6-986d-44c2-b903-255a692f1bc4" providerId="ADAL" clId="{3810AC8B-24CF-496F-9BE7-CC58DA6B508B}" dt="2023-08-02T08:44:58.343" v="767" actId="27636"/>
        <pc:sldMkLst>
          <pc:docMk/>
          <pc:sldMk cId="1627066180" sldId="658"/>
        </pc:sldMkLst>
        <pc:spChg chg="mod">
          <ac:chgData name="ADE PUTERA KEMALA" userId="ae082dc6-986d-44c2-b903-255a692f1bc4" providerId="ADAL" clId="{3810AC8B-24CF-496F-9BE7-CC58DA6B508B}" dt="2023-08-02T08:44:37.103" v="761" actId="27636"/>
          <ac:spMkLst>
            <pc:docMk/>
            <pc:sldMk cId="1627066180" sldId="658"/>
            <ac:spMk id="3" creationId="{8554E95D-355A-66A4-4CCD-2A939D920B5A}"/>
          </ac:spMkLst>
        </pc:spChg>
        <pc:spChg chg="mod">
          <ac:chgData name="ADE PUTERA KEMALA" userId="ae082dc6-986d-44c2-b903-255a692f1bc4" providerId="ADAL" clId="{3810AC8B-24CF-496F-9BE7-CC58DA6B508B}" dt="2023-08-02T08:44:58.343" v="767" actId="27636"/>
          <ac:spMkLst>
            <pc:docMk/>
            <pc:sldMk cId="1627066180" sldId="658"/>
            <ac:spMk id="4" creationId="{C2CE0213-2E90-CD16-3D1F-C26E05C9AD20}"/>
          </ac:spMkLst>
        </pc:spChg>
      </pc:sldChg>
      <pc:sldChg chg="add">
        <pc:chgData name="ADE PUTERA KEMALA" userId="ae082dc6-986d-44c2-b903-255a692f1bc4" providerId="ADAL" clId="{3810AC8B-24CF-496F-9BE7-CC58DA6B508B}" dt="2023-08-02T03:40:04.877" v="511"/>
        <pc:sldMkLst>
          <pc:docMk/>
          <pc:sldMk cId="4288365852" sldId="659"/>
        </pc:sldMkLst>
      </pc:sldChg>
      <pc:sldChg chg="modSp add mod modNotes modNotesTx">
        <pc:chgData name="ADE PUTERA KEMALA" userId="ae082dc6-986d-44c2-b903-255a692f1bc4" providerId="ADAL" clId="{3810AC8B-24CF-496F-9BE7-CC58DA6B508B}" dt="2023-08-02T08:45:20.113" v="773" actId="27636"/>
        <pc:sldMkLst>
          <pc:docMk/>
          <pc:sldMk cId="965733699" sldId="660"/>
        </pc:sldMkLst>
        <pc:spChg chg="mod">
          <ac:chgData name="ADE PUTERA KEMALA" userId="ae082dc6-986d-44c2-b903-255a692f1bc4" providerId="ADAL" clId="{3810AC8B-24CF-496F-9BE7-CC58DA6B508B}" dt="2023-08-02T08:45:08.273" v="769" actId="404"/>
          <ac:spMkLst>
            <pc:docMk/>
            <pc:sldMk cId="965733699" sldId="660"/>
            <ac:spMk id="2" creationId="{5BA36D98-75AE-C3B7-E744-2D5039E314BF}"/>
          </ac:spMkLst>
        </pc:spChg>
        <pc:spChg chg="mod">
          <ac:chgData name="ADE PUTERA KEMALA" userId="ae082dc6-986d-44c2-b903-255a692f1bc4" providerId="ADAL" clId="{3810AC8B-24CF-496F-9BE7-CC58DA6B508B}" dt="2023-08-02T08:40:49.883" v="689" actId="27636"/>
          <ac:spMkLst>
            <pc:docMk/>
            <pc:sldMk cId="965733699" sldId="660"/>
            <ac:spMk id="3" creationId="{8554E95D-355A-66A4-4CCD-2A939D920B5A}"/>
          </ac:spMkLst>
        </pc:spChg>
        <pc:spChg chg="mod">
          <ac:chgData name="ADE PUTERA KEMALA" userId="ae082dc6-986d-44c2-b903-255a692f1bc4" providerId="ADAL" clId="{3810AC8B-24CF-496F-9BE7-CC58DA6B508B}" dt="2023-08-02T08:45:20.113" v="773" actId="27636"/>
          <ac:spMkLst>
            <pc:docMk/>
            <pc:sldMk cId="965733699" sldId="660"/>
            <ac:spMk id="4" creationId="{C2CE0213-2E90-CD16-3D1F-C26E05C9AD20}"/>
          </ac:spMkLst>
        </pc:spChg>
      </pc:sldChg>
      <pc:sldChg chg="addSp delSp modSp add mod modNotes">
        <pc:chgData name="ADE PUTERA KEMALA" userId="ae082dc6-986d-44c2-b903-255a692f1bc4" providerId="ADAL" clId="{3810AC8B-24CF-496F-9BE7-CC58DA6B508B}" dt="2023-08-02T08:45:26.853" v="777" actId="403"/>
        <pc:sldMkLst>
          <pc:docMk/>
          <pc:sldMk cId="3738763954" sldId="661"/>
        </pc:sldMkLst>
        <pc:spChg chg="mod">
          <ac:chgData name="ADE PUTERA KEMALA" userId="ae082dc6-986d-44c2-b903-255a692f1bc4" providerId="ADAL" clId="{3810AC8B-24CF-496F-9BE7-CC58DA6B508B}" dt="2023-08-02T08:45:26.853" v="777" actId="403"/>
          <ac:spMkLst>
            <pc:docMk/>
            <pc:sldMk cId="3738763954" sldId="661"/>
            <ac:spMk id="2" creationId="{5BA36D98-75AE-C3B7-E744-2D5039E314BF}"/>
          </ac:spMkLst>
        </pc:spChg>
        <pc:spChg chg="mod">
          <ac:chgData name="ADE PUTERA KEMALA" userId="ae082dc6-986d-44c2-b903-255a692f1bc4" providerId="ADAL" clId="{3810AC8B-24CF-496F-9BE7-CC58DA6B508B}" dt="2023-08-02T08:40:49.913" v="690" actId="27636"/>
          <ac:spMkLst>
            <pc:docMk/>
            <pc:sldMk cId="3738763954" sldId="661"/>
            <ac:spMk id="3" creationId="{8554E95D-355A-66A4-4CCD-2A939D920B5A}"/>
          </ac:spMkLst>
        </pc:spChg>
        <pc:spChg chg="del mod">
          <ac:chgData name="ADE PUTERA KEMALA" userId="ae082dc6-986d-44c2-b903-255a692f1bc4" providerId="ADAL" clId="{3810AC8B-24CF-496F-9BE7-CC58DA6B508B}" dt="2023-08-02T03:42:47.281" v="554" actId="22"/>
          <ac:spMkLst>
            <pc:docMk/>
            <pc:sldMk cId="3738763954" sldId="661"/>
            <ac:spMk id="4" creationId="{C2CE0213-2E90-CD16-3D1F-C26E05C9AD20}"/>
          </ac:spMkLst>
        </pc:spChg>
        <pc:picChg chg="add mod ord">
          <ac:chgData name="ADE PUTERA KEMALA" userId="ae082dc6-986d-44c2-b903-255a692f1bc4" providerId="ADAL" clId="{3810AC8B-24CF-496F-9BE7-CC58DA6B508B}" dt="2023-08-02T08:39:36.074" v="644"/>
          <ac:picMkLst>
            <pc:docMk/>
            <pc:sldMk cId="3738763954" sldId="661"/>
            <ac:picMk id="6" creationId="{53CE95A8-015B-8292-A14E-DA94EA2B1B55}"/>
          </ac:picMkLst>
        </pc:picChg>
      </pc:sldChg>
      <pc:sldChg chg="modSp add mod ord modNotes">
        <pc:chgData name="ADE PUTERA KEMALA" userId="ae082dc6-986d-44c2-b903-255a692f1bc4" providerId="ADAL" clId="{3810AC8B-24CF-496F-9BE7-CC58DA6B508B}" dt="2023-08-02T08:45:33.903" v="781" actId="27636"/>
        <pc:sldMkLst>
          <pc:docMk/>
          <pc:sldMk cId="778977667" sldId="662"/>
        </pc:sldMkLst>
        <pc:spChg chg="mod">
          <ac:chgData name="ADE PUTERA KEMALA" userId="ae082dc6-986d-44c2-b903-255a692f1bc4" providerId="ADAL" clId="{3810AC8B-24CF-496F-9BE7-CC58DA6B508B}" dt="2023-08-02T08:45:31.753" v="779" actId="404"/>
          <ac:spMkLst>
            <pc:docMk/>
            <pc:sldMk cId="778977667" sldId="662"/>
            <ac:spMk id="2" creationId="{5BA36D98-75AE-C3B7-E744-2D5039E314BF}"/>
          </ac:spMkLst>
        </pc:spChg>
        <pc:spChg chg="mod">
          <ac:chgData name="ADE PUTERA KEMALA" userId="ae082dc6-986d-44c2-b903-255a692f1bc4" providerId="ADAL" clId="{3810AC8B-24CF-496F-9BE7-CC58DA6B508B}" dt="2023-08-02T08:40:49.923" v="691" actId="27636"/>
          <ac:spMkLst>
            <pc:docMk/>
            <pc:sldMk cId="778977667" sldId="662"/>
            <ac:spMk id="3" creationId="{8554E95D-355A-66A4-4CCD-2A939D920B5A}"/>
          </ac:spMkLst>
        </pc:spChg>
        <pc:spChg chg="mod">
          <ac:chgData name="ADE PUTERA KEMALA" userId="ae082dc6-986d-44c2-b903-255a692f1bc4" providerId="ADAL" clId="{3810AC8B-24CF-496F-9BE7-CC58DA6B508B}" dt="2023-08-02T08:45:33.903" v="781" actId="27636"/>
          <ac:spMkLst>
            <pc:docMk/>
            <pc:sldMk cId="778977667" sldId="662"/>
            <ac:spMk id="4" creationId="{C2CE0213-2E90-CD16-3D1F-C26E05C9AD20}"/>
          </ac:spMkLst>
        </pc:spChg>
      </pc:sldChg>
      <pc:sldMasterChg chg="modSp delSldLayout modSldLayout">
        <pc:chgData name="ADE PUTERA KEMALA" userId="ae082dc6-986d-44c2-b903-255a692f1bc4" providerId="ADAL" clId="{3810AC8B-24CF-496F-9BE7-CC58DA6B508B}" dt="2023-08-02T08:39:36.074" v="644"/>
        <pc:sldMasterMkLst>
          <pc:docMk/>
          <pc:sldMasterMk cId="0" sldId="2147483648"/>
        </pc:sldMasterMkLst>
        <pc:spChg chg="mod">
          <ac:chgData name="ADE PUTERA KEMALA" userId="ae082dc6-986d-44c2-b903-255a692f1bc4" providerId="ADAL" clId="{3810AC8B-24CF-496F-9BE7-CC58DA6B508B}" dt="2023-08-02T08:39:36.074" v="644"/>
          <ac:spMkLst>
            <pc:docMk/>
            <pc:sldMasterMk cId="0" sldId="2147483648"/>
            <ac:spMk id="4" creationId="{00000000-0000-0000-0000-000000000000}"/>
          </ac:spMkLst>
        </pc:spChg>
        <pc:spChg chg="mod">
          <ac:chgData name="ADE PUTERA KEMALA" userId="ae082dc6-986d-44c2-b903-255a692f1bc4" providerId="ADAL" clId="{3810AC8B-24CF-496F-9BE7-CC58DA6B508B}" dt="2023-08-02T08:39:36.074" v="644"/>
          <ac:spMkLst>
            <pc:docMk/>
            <pc:sldMasterMk cId="0" sldId="2147483648"/>
            <ac:spMk id="5" creationId="{00000000-0000-0000-0000-000000000000}"/>
          </ac:spMkLst>
        </pc:spChg>
        <pc:spChg chg="mod">
          <ac:chgData name="ADE PUTERA KEMALA" userId="ae082dc6-986d-44c2-b903-255a692f1bc4" providerId="ADAL" clId="{3810AC8B-24CF-496F-9BE7-CC58DA6B508B}" dt="2023-08-02T08:39:36.074" v="644"/>
          <ac:spMkLst>
            <pc:docMk/>
            <pc:sldMasterMk cId="0" sldId="2147483648"/>
            <ac:spMk id="6" creationId="{00000000-0000-0000-0000-000000000000}"/>
          </ac:spMkLst>
        </pc:spChg>
        <pc:spChg chg="mod">
          <ac:chgData name="ADE PUTERA KEMALA" userId="ae082dc6-986d-44c2-b903-255a692f1bc4" providerId="ADAL" clId="{3810AC8B-24CF-496F-9BE7-CC58DA6B508B}" dt="2023-08-02T08:39:36.074" v="644"/>
          <ac:spMkLst>
            <pc:docMk/>
            <pc:sldMasterMk cId="0" sldId="2147483648"/>
            <ac:spMk id="1026" creationId="{00000000-0000-0000-0000-000000000000}"/>
          </ac:spMkLst>
        </pc:spChg>
        <pc:spChg chg="mod">
          <ac:chgData name="ADE PUTERA KEMALA" userId="ae082dc6-986d-44c2-b903-255a692f1bc4" providerId="ADAL" clId="{3810AC8B-24CF-496F-9BE7-CC58DA6B508B}" dt="2023-08-02T08:39:36.074" v="644"/>
          <ac:spMkLst>
            <pc:docMk/>
            <pc:sldMasterMk cId="0" sldId="2147483648"/>
            <ac:spMk id="1027" creationId="{00000000-0000-0000-0000-000000000000}"/>
          </ac:spMkLst>
        </pc:spChg>
        <pc:picChg chg="mod">
          <ac:chgData name="ADE PUTERA KEMALA" userId="ae082dc6-986d-44c2-b903-255a692f1bc4" providerId="ADAL" clId="{3810AC8B-24CF-496F-9BE7-CC58DA6B508B}" dt="2023-08-02T08:39:36.074" v="644"/>
          <ac:picMkLst>
            <pc:docMk/>
            <pc:sldMasterMk cId="0" sldId="2147483648"/>
            <ac:picMk id="7" creationId="{00000000-0000-0000-0000-000000000000}"/>
          </ac:picMkLst>
        </pc:picChg>
        <pc:sldLayoutChg chg="modSp">
          <pc:chgData name="ADE PUTERA KEMALA" userId="ae082dc6-986d-44c2-b903-255a692f1bc4" providerId="ADAL" clId="{3810AC8B-24CF-496F-9BE7-CC58DA6B508B}" dt="2023-08-02T08:39:36.074" v="644"/>
          <pc:sldLayoutMkLst>
            <pc:docMk/>
            <pc:sldMasterMk cId="0" sldId="2147483648"/>
            <pc:sldLayoutMk cId="0" sldId="2147483649"/>
          </pc:sldLayoutMkLst>
          <pc:picChg chg="mod">
            <ac:chgData name="ADE PUTERA KEMALA" userId="ae082dc6-986d-44c2-b903-255a692f1bc4" providerId="ADAL" clId="{3810AC8B-24CF-496F-9BE7-CC58DA6B508B}" dt="2023-08-02T08:39:36.074" v="644"/>
            <ac:picMkLst>
              <pc:docMk/>
              <pc:sldMasterMk cId="0" sldId="2147483648"/>
              <pc:sldLayoutMk cId="0" sldId="2147483649"/>
              <ac:picMk id="7" creationId="{00000000-0000-0000-0000-000000000000}"/>
            </ac:picMkLst>
          </pc:picChg>
          <pc:picChg chg="mod">
            <ac:chgData name="ADE PUTERA KEMALA" userId="ae082dc6-986d-44c2-b903-255a692f1bc4" providerId="ADAL" clId="{3810AC8B-24CF-496F-9BE7-CC58DA6B508B}" dt="2023-08-02T08:39:36.074" v="644"/>
            <ac:picMkLst>
              <pc:docMk/>
              <pc:sldMasterMk cId="0" sldId="2147483648"/>
              <pc:sldLayoutMk cId="0" sldId="2147483649"/>
              <ac:picMk id="11" creationId="{0D00FE9A-5B56-CC4A-AE9A-C22895A4A65F}"/>
            </ac:picMkLst>
          </pc:picChg>
          <pc:picChg chg="mod">
            <ac:chgData name="ADE PUTERA KEMALA" userId="ae082dc6-986d-44c2-b903-255a692f1bc4" providerId="ADAL" clId="{3810AC8B-24CF-496F-9BE7-CC58DA6B508B}" dt="2023-08-02T08:39:36.074" v="644"/>
            <ac:picMkLst>
              <pc:docMk/>
              <pc:sldMasterMk cId="0" sldId="2147483648"/>
              <pc:sldLayoutMk cId="0" sldId="2147483649"/>
              <ac:picMk id="12" creationId="{9EA64FB5-AD3D-6B4E-9CDC-DAE578F5C07C}"/>
            </ac:picMkLst>
          </pc:picChg>
        </pc:sldLayoutChg>
        <pc:sldLayoutChg chg="modSp">
          <pc:chgData name="ADE PUTERA KEMALA" userId="ae082dc6-986d-44c2-b903-255a692f1bc4" providerId="ADAL" clId="{3810AC8B-24CF-496F-9BE7-CC58DA6B508B}" dt="2023-08-02T08:39:36.074" v="644"/>
          <pc:sldLayoutMkLst>
            <pc:docMk/>
            <pc:sldMasterMk cId="0" sldId="2147483648"/>
            <pc:sldLayoutMk cId="0" sldId="2147483650"/>
          </pc:sldLayoutMkLst>
          <pc:spChg chg="mod">
            <ac:chgData name="ADE PUTERA KEMALA" userId="ae082dc6-986d-44c2-b903-255a692f1bc4" providerId="ADAL" clId="{3810AC8B-24CF-496F-9BE7-CC58DA6B508B}" dt="2023-08-02T08:39:36.074" v="644"/>
            <ac:spMkLst>
              <pc:docMk/>
              <pc:sldMasterMk cId="0" sldId="2147483648"/>
              <pc:sldLayoutMk cId="0" sldId="2147483650"/>
              <ac:spMk id="9" creationId="{00000000-0000-0000-0000-000000000000}"/>
            </ac:spMkLst>
          </pc:spChg>
          <pc:spChg chg="mod">
            <ac:chgData name="ADE PUTERA KEMALA" userId="ae082dc6-986d-44c2-b903-255a692f1bc4" providerId="ADAL" clId="{3810AC8B-24CF-496F-9BE7-CC58DA6B508B}" dt="2023-08-02T08:39:36.074" v="644"/>
            <ac:spMkLst>
              <pc:docMk/>
              <pc:sldMasterMk cId="0" sldId="2147483648"/>
              <pc:sldLayoutMk cId="0" sldId="2147483650"/>
              <ac:spMk id="10" creationId="{00000000-0000-0000-0000-000000000000}"/>
            </ac:spMkLst>
          </pc:spChg>
          <pc:picChg chg="mod">
            <ac:chgData name="ADE PUTERA KEMALA" userId="ae082dc6-986d-44c2-b903-255a692f1bc4" providerId="ADAL" clId="{3810AC8B-24CF-496F-9BE7-CC58DA6B508B}" dt="2023-08-02T08:39:36.074" v="644"/>
            <ac:picMkLst>
              <pc:docMk/>
              <pc:sldMasterMk cId="0" sldId="2147483648"/>
              <pc:sldLayoutMk cId="0" sldId="2147483650"/>
              <ac:picMk id="7" creationId="{00000000-0000-0000-0000-000000000000}"/>
            </ac:picMkLst>
          </pc:picChg>
          <pc:picChg chg="mod">
            <ac:chgData name="ADE PUTERA KEMALA" userId="ae082dc6-986d-44c2-b903-255a692f1bc4" providerId="ADAL" clId="{3810AC8B-24CF-496F-9BE7-CC58DA6B508B}" dt="2023-08-02T08:39:36.074" v="644"/>
            <ac:picMkLst>
              <pc:docMk/>
              <pc:sldMasterMk cId="0" sldId="2147483648"/>
              <pc:sldLayoutMk cId="0" sldId="2147483650"/>
              <ac:picMk id="11" creationId="{B629EBDB-E5DA-C246-981F-4C19F8FC4578}"/>
            </ac:picMkLst>
          </pc:picChg>
          <pc:picChg chg="mod">
            <ac:chgData name="ADE PUTERA KEMALA" userId="ae082dc6-986d-44c2-b903-255a692f1bc4" providerId="ADAL" clId="{3810AC8B-24CF-496F-9BE7-CC58DA6B508B}" dt="2023-08-02T08:39:36.074" v="644"/>
            <ac:picMkLst>
              <pc:docMk/>
              <pc:sldMasterMk cId="0" sldId="2147483648"/>
              <pc:sldLayoutMk cId="0" sldId="2147483650"/>
              <ac:picMk id="12" creationId="{5317F68B-01F1-E94A-99D3-3F09D8A936B7}"/>
            </ac:picMkLst>
          </pc:picChg>
        </pc:sldLayoutChg>
        <pc:sldLayoutChg chg="modSp">
          <pc:chgData name="ADE PUTERA KEMALA" userId="ae082dc6-986d-44c2-b903-255a692f1bc4" providerId="ADAL" clId="{3810AC8B-24CF-496F-9BE7-CC58DA6B508B}" dt="2023-08-02T08:39:36.074" v="644"/>
          <pc:sldLayoutMkLst>
            <pc:docMk/>
            <pc:sldMasterMk cId="0" sldId="2147483648"/>
            <pc:sldLayoutMk cId="0" sldId="2147483651"/>
          </pc:sldLayoutMkLst>
          <pc:spChg chg="mod">
            <ac:chgData name="ADE PUTERA KEMALA" userId="ae082dc6-986d-44c2-b903-255a692f1bc4" providerId="ADAL" clId="{3810AC8B-24CF-496F-9BE7-CC58DA6B508B}" dt="2023-08-02T08:39:36.074" v="644"/>
            <ac:spMkLst>
              <pc:docMk/>
              <pc:sldMasterMk cId="0" sldId="2147483648"/>
              <pc:sldLayoutMk cId="0" sldId="2147483651"/>
              <ac:spMk id="2" creationId="{00000000-0000-0000-0000-000000000000}"/>
            </ac:spMkLst>
          </pc:spChg>
          <pc:spChg chg="mod">
            <ac:chgData name="ADE PUTERA KEMALA" userId="ae082dc6-986d-44c2-b903-255a692f1bc4" providerId="ADAL" clId="{3810AC8B-24CF-496F-9BE7-CC58DA6B508B}" dt="2023-08-02T08:39:36.074" v="644"/>
            <ac:spMkLst>
              <pc:docMk/>
              <pc:sldMasterMk cId="0" sldId="2147483648"/>
              <pc:sldLayoutMk cId="0" sldId="2147483651"/>
              <ac:spMk id="3" creationId="{00000000-0000-0000-0000-000000000000}"/>
            </ac:spMkLst>
          </pc:spChg>
          <pc:picChg chg="mod">
            <ac:chgData name="ADE PUTERA KEMALA" userId="ae082dc6-986d-44c2-b903-255a692f1bc4" providerId="ADAL" clId="{3810AC8B-24CF-496F-9BE7-CC58DA6B508B}" dt="2023-08-02T08:39:36.074" v="644"/>
            <ac:picMkLst>
              <pc:docMk/>
              <pc:sldMasterMk cId="0" sldId="2147483648"/>
              <pc:sldLayoutMk cId="0" sldId="2147483651"/>
              <ac:picMk id="7" creationId="{EB33BA03-3A39-B849-9650-5243CD565A8A}"/>
            </ac:picMkLst>
          </pc:picChg>
        </pc:sldLayoutChg>
        <pc:sldLayoutChg chg="modSp">
          <pc:chgData name="ADE PUTERA KEMALA" userId="ae082dc6-986d-44c2-b903-255a692f1bc4" providerId="ADAL" clId="{3810AC8B-24CF-496F-9BE7-CC58DA6B508B}" dt="2023-08-02T08:39:36.074" v="644"/>
          <pc:sldLayoutMkLst>
            <pc:docMk/>
            <pc:sldMasterMk cId="0" sldId="2147483648"/>
            <pc:sldLayoutMk cId="0" sldId="2147483652"/>
          </pc:sldLayoutMkLst>
          <pc:spChg chg="mod">
            <ac:chgData name="ADE PUTERA KEMALA" userId="ae082dc6-986d-44c2-b903-255a692f1bc4" providerId="ADAL" clId="{3810AC8B-24CF-496F-9BE7-CC58DA6B508B}" dt="2023-08-02T08:39:36.074" v="644"/>
            <ac:spMkLst>
              <pc:docMk/>
              <pc:sldMasterMk cId="0" sldId="2147483648"/>
              <pc:sldLayoutMk cId="0" sldId="2147483652"/>
              <ac:spMk id="3" creationId="{00000000-0000-0000-0000-000000000000}"/>
            </ac:spMkLst>
          </pc:spChg>
          <pc:spChg chg="mod">
            <ac:chgData name="ADE PUTERA KEMALA" userId="ae082dc6-986d-44c2-b903-255a692f1bc4" providerId="ADAL" clId="{3810AC8B-24CF-496F-9BE7-CC58DA6B508B}" dt="2023-08-02T08:39:36.074" v="644"/>
            <ac:spMkLst>
              <pc:docMk/>
              <pc:sldMasterMk cId="0" sldId="2147483648"/>
              <pc:sldLayoutMk cId="0" sldId="2147483652"/>
              <ac:spMk id="4" creationId="{00000000-0000-0000-0000-000000000000}"/>
            </ac:spMkLst>
          </pc:spChg>
          <pc:spChg chg="mod">
            <ac:chgData name="ADE PUTERA KEMALA" userId="ae082dc6-986d-44c2-b903-255a692f1bc4" providerId="ADAL" clId="{3810AC8B-24CF-496F-9BE7-CC58DA6B508B}" dt="2023-08-02T08:39:36.074" v="644"/>
            <ac:spMkLst>
              <pc:docMk/>
              <pc:sldMasterMk cId="0" sldId="2147483648"/>
              <pc:sldLayoutMk cId="0" sldId="2147483652"/>
              <ac:spMk id="10" creationId="{00000000-0000-0000-0000-000000000000}"/>
            </ac:spMkLst>
          </pc:spChg>
          <pc:spChg chg="mod">
            <ac:chgData name="ADE PUTERA KEMALA" userId="ae082dc6-986d-44c2-b903-255a692f1bc4" providerId="ADAL" clId="{3810AC8B-24CF-496F-9BE7-CC58DA6B508B}" dt="2023-08-02T08:39:36.074" v="644"/>
            <ac:spMkLst>
              <pc:docMk/>
              <pc:sldMasterMk cId="0" sldId="2147483648"/>
              <pc:sldLayoutMk cId="0" sldId="2147483652"/>
              <ac:spMk id="11" creationId="{00000000-0000-0000-0000-000000000000}"/>
            </ac:spMkLst>
          </pc:spChg>
          <pc:picChg chg="mod">
            <ac:chgData name="ADE PUTERA KEMALA" userId="ae082dc6-986d-44c2-b903-255a692f1bc4" providerId="ADAL" clId="{3810AC8B-24CF-496F-9BE7-CC58DA6B508B}" dt="2023-08-02T08:39:36.074" v="644"/>
            <ac:picMkLst>
              <pc:docMk/>
              <pc:sldMasterMk cId="0" sldId="2147483648"/>
              <pc:sldLayoutMk cId="0" sldId="2147483652"/>
              <ac:picMk id="8" creationId="{00000000-0000-0000-0000-000000000000}"/>
            </ac:picMkLst>
          </pc:picChg>
          <pc:picChg chg="mod">
            <ac:chgData name="ADE PUTERA KEMALA" userId="ae082dc6-986d-44c2-b903-255a692f1bc4" providerId="ADAL" clId="{3810AC8B-24CF-496F-9BE7-CC58DA6B508B}" dt="2023-08-02T08:39:36.074" v="644"/>
            <ac:picMkLst>
              <pc:docMk/>
              <pc:sldMasterMk cId="0" sldId="2147483648"/>
              <pc:sldLayoutMk cId="0" sldId="2147483652"/>
              <ac:picMk id="12" creationId="{3DC9F73C-0878-E542-8513-409788190553}"/>
            </ac:picMkLst>
          </pc:picChg>
          <pc:picChg chg="mod">
            <ac:chgData name="ADE PUTERA KEMALA" userId="ae082dc6-986d-44c2-b903-255a692f1bc4" providerId="ADAL" clId="{3810AC8B-24CF-496F-9BE7-CC58DA6B508B}" dt="2023-08-02T08:39:36.074" v="644"/>
            <ac:picMkLst>
              <pc:docMk/>
              <pc:sldMasterMk cId="0" sldId="2147483648"/>
              <pc:sldLayoutMk cId="0" sldId="2147483652"/>
              <ac:picMk id="13" creationId="{E24EA1D8-E779-9B4C-A906-459512BC2D87}"/>
            </ac:picMkLst>
          </pc:picChg>
        </pc:sldLayoutChg>
        <pc:sldLayoutChg chg="modSp">
          <pc:chgData name="ADE PUTERA KEMALA" userId="ae082dc6-986d-44c2-b903-255a692f1bc4" providerId="ADAL" clId="{3810AC8B-24CF-496F-9BE7-CC58DA6B508B}" dt="2023-08-02T08:39:36.074" v="644"/>
          <pc:sldLayoutMkLst>
            <pc:docMk/>
            <pc:sldMasterMk cId="0" sldId="2147483648"/>
            <pc:sldLayoutMk cId="0" sldId="2147483653"/>
          </pc:sldLayoutMkLst>
          <pc:spChg chg="mod">
            <ac:chgData name="ADE PUTERA KEMALA" userId="ae082dc6-986d-44c2-b903-255a692f1bc4" providerId="ADAL" clId="{3810AC8B-24CF-496F-9BE7-CC58DA6B508B}" dt="2023-08-02T08:39:36.074" v="644"/>
            <ac:spMkLst>
              <pc:docMk/>
              <pc:sldMasterMk cId="0" sldId="2147483648"/>
              <pc:sldLayoutMk cId="0" sldId="2147483653"/>
              <ac:spMk id="10" creationId="{00000000-0000-0000-0000-000000000000}"/>
            </ac:spMkLst>
          </pc:spChg>
          <pc:spChg chg="mod">
            <ac:chgData name="ADE PUTERA KEMALA" userId="ae082dc6-986d-44c2-b903-255a692f1bc4" providerId="ADAL" clId="{3810AC8B-24CF-496F-9BE7-CC58DA6B508B}" dt="2023-08-02T08:39:36.074" v="644"/>
            <ac:spMkLst>
              <pc:docMk/>
              <pc:sldMasterMk cId="0" sldId="2147483648"/>
              <pc:sldLayoutMk cId="0" sldId="2147483653"/>
              <ac:spMk id="11" creationId="{00000000-0000-0000-0000-000000000000}"/>
            </ac:spMkLst>
          </pc:spChg>
          <pc:picChg chg="mod">
            <ac:chgData name="ADE PUTERA KEMALA" userId="ae082dc6-986d-44c2-b903-255a692f1bc4" providerId="ADAL" clId="{3810AC8B-24CF-496F-9BE7-CC58DA6B508B}" dt="2023-08-02T08:39:36.074" v="644"/>
            <ac:picMkLst>
              <pc:docMk/>
              <pc:sldMasterMk cId="0" sldId="2147483648"/>
              <pc:sldLayoutMk cId="0" sldId="2147483653"/>
              <ac:picMk id="12" creationId="{0859D3EC-5E23-3B41-9DA0-38316698BC36}"/>
            </ac:picMkLst>
          </pc:picChg>
          <pc:picChg chg="mod">
            <ac:chgData name="ADE PUTERA KEMALA" userId="ae082dc6-986d-44c2-b903-255a692f1bc4" providerId="ADAL" clId="{3810AC8B-24CF-496F-9BE7-CC58DA6B508B}" dt="2023-08-02T08:39:36.074" v="644"/>
            <ac:picMkLst>
              <pc:docMk/>
              <pc:sldMasterMk cId="0" sldId="2147483648"/>
              <pc:sldLayoutMk cId="0" sldId="2147483653"/>
              <ac:picMk id="13" creationId="{07D22DC1-2584-BA45-ADB4-CB64B76C9196}"/>
            </ac:picMkLst>
          </pc:picChg>
        </pc:sldLayoutChg>
        <pc:sldLayoutChg chg="modSp">
          <pc:chgData name="ADE PUTERA KEMALA" userId="ae082dc6-986d-44c2-b903-255a692f1bc4" providerId="ADAL" clId="{3810AC8B-24CF-496F-9BE7-CC58DA6B508B}" dt="2023-08-02T08:39:36.074" v="644"/>
          <pc:sldLayoutMkLst>
            <pc:docMk/>
            <pc:sldMasterMk cId="0" sldId="2147483648"/>
            <pc:sldLayoutMk cId="0" sldId="2147483654"/>
          </pc:sldLayoutMkLst>
          <pc:spChg chg="mod">
            <ac:chgData name="ADE PUTERA KEMALA" userId="ae082dc6-986d-44c2-b903-255a692f1bc4" providerId="ADAL" clId="{3810AC8B-24CF-496F-9BE7-CC58DA6B508B}" dt="2023-08-02T08:39:36.074" v="644"/>
            <ac:spMkLst>
              <pc:docMk/>
              <pc:sldMasterMk cId="0" sldId="2147483648"/>
              <pc:sldLayoutMk cId="0" sldId="2147483654"/>
              <ac:spMk id="6" creationId="{00000000-0000-0000-0000-000000000000}"/>
            </ac:spMkLst>
          </pc:spChg>
          <pc:spChg chg="mod">
            <ac:chgData name="ADE PUTERA KEMALA" userId="ae082dc6-986d-44c2-b903-255a692f1bc4" providerId="ADAL" clId="{3810AC8B-24CF-496F-9BE7-CC58DA6B508B}" dt="2023-08-02T08:39:36.074" v="644"/>
            <ac:spMkLst>
              <pc:docMk/>
              <pc:sldMasterMk cId="0" sldId="2147483648"/>
              <pc:sldLayoutMk cId="0" sldId="2147483654"/>
              <ac:spMk id="7" creationId="{00000000-0000-0000-0000-000000000000}"/>
            </ac:spMkLst>
          </pc:spChg>
          <pc:picChg chg="mod">
            <ac:chgData name="ADE PUTERA KEMALA" userId="ae082dc6-986d-44c2-b903-255a692f1bc4" providerId="ADAL" clId="{3810AC8B-24CF-496F-9BE7-CC58DA6B508B}" dt="2023-08-02T08:39:36.074" v="644"/>
            <ac:picMkLst>
              <pc:docMk/>
              <pc:sldMasterMk cId="0" sldId="2147483648"/>
              <pc:sldLayoutMk cId="0" sldId="2147483654"/>
              <ac:picMk id="8" creationId="{1A1711B1-0CB2-3642-B322-BB9057DC06A4}"/>
            </ac:picMkLst>
          </pc:picChg>
          <pc:picChg chg="mod">
            <ac:chgData name="ADE PUTERA KEMALA" userId="ae082dc6-986d-44c2-b903-255a692f1bc4" providerId="ADAL" clId="{3810AC8B-24CF-496F-9BE7-CC58DA6B508B}" dt="2023-08-02T08:39:36.074" v="644"/>
            <ac:picMkLst>
              <pc:docMk/>
              <pc:sldMasterMk cId="0" sldId="2147483648"/>
              <pc:sldLayoutMk cId="0" sldId="2147483654"/>
              <ac:picMk id="9" creationId="{EDE9ED95-923D-3548-823B-31E4248CF767}"/>
            </ac:picMkLst>
          </pc:picChg>
        </pc:sldLayoutChg>
        <pc:sldLayoutChg chg="del">
          <pc:chgData name="ADE PUTERA KEMALA" userId="ae082dc6-986d-44c2-b903-255a692f1bc4" providerId="ADAL" clId="{3810AC8B-24CF-496F-9BE7-CC58DA6B508B}" dt="2023-08-01T03:05:12.462" v="41" actId="47"/>
          <pc:sldLayoutMkLst>
            <pc:docMk/>
            <pc:sldMasterMk cId="0" sldId="2147483648"/>
            <pc:sldLayoutMk cId="3837406876" sldId="2147483658"/>
          </pc:sldLayoutMkLst>
        </pc:sldLayoutChg>
        <pc:sldLayoutChg chg="del">
          <pc:chgData name="ADE PUTERA KEMALA" userId="ae082dc6-986d-44c2-b903-255a692f1bc4" providerId="ADAL" clId="{3810AC8B-24CF-496F-9BE7-CC58DA6B508B}" dt="2023-08-01T03:06:38.542" v="64" actId="47"/>
          <pc:sldLayoutMkLst>
            <pc:docMk/>
            <pc:sldMasterMk cId="0" sldId="2147483648"/>
            <pc:sldLayoutMk cId="449400911" sldId="2147483659"/>
          </pc:sldLayoutMkLst>
        </pc:sldLayoutChg>
        <pc:sldLayoutChg chg="del">
          <pc:chgData name="ADE PUTERA KEMALA" userId="ae082dc6-986d-44c2-b903-255a692f1bc4" providerId="ADAL" clId="{3810AC8B-24CF-496F-9BE7-CC58DA6B508B}" dt="2023-08-01T03:04:22.777" v="23" actId="47"/>
          <pc:sldLayoutMkLst>
            <pc:docMk/>
            <pc:sldMasterMk cId="0" sldId="2147483648"/>
            <pc:sldLayoutMk cId="414761356" sldId="2147483660"/>
          </pc:sldLayoutMkLst>
        </pc:sldLayoutChg>
        <pc:sldLayoutChg chg="modSp">
          <pc:chgData name="ADE PUTERA KEMALA" userId="ae082dc6-986d-44c2-b903-255a692f1bc4" providerId="ADAL" clId="{3810AC8B-24CF-496F-9BE7-CC58DA6B508B}" dt="2023-08-02T08:39:36.074" v="644"/>
          <pc:sldLayoutMkLst>
            <pc:docMk/>
            <pc:sldMasterMk cId="0" sldId="2147483648"/>
            <pc:sldLayoutMk cId="4247290370" sldId="2147483661"/>
          </pc:sldLayoutMkLst>
          <pc:spChg chg="mod">
            <ac:chgData name="ADE PUTERA KEMALA" userId="ae082dc6-986d-44c2-b903-255a692f1bc4" providerId="ADAL" clId="{3810AC8B-24CF-496F-9BE7-CC58DA6B508B}" dt="2023-08-02T08:39:36.074" v="644"/>
            <ac:spMkLst>
              <pc:docMk/>
              <pc:sldMasterMk cId="0" sldId="2147483648"/>
              <pc:sldLayoutMk cId="4247290370" sldId="2147483661"/>
              <ac:spMk id="2" creationId="{D6474C2C-5958-6F6B-1482-E67DED339DDC}"/>
            </ac:spMkLst>
          </pc:spChg>
          <pc:spChg chg="mod">
            <ac:chgData name="ADE PUTERA KEMALA" userId="ae082dc6-986d-44c2-b903-255a692f1bc4" providerId="ADAL" clId="{3810AC8B-24CF-496F-9BE7-CC58DA6B508B}" dt="2023-08-02T08:39:36.074" v="644"/>
            <ac:spMkLst>
              <pc:docMk/>
              <pc:sldMasterMk cId="0" sldId="2147483648"/>
              <pc:sldLayoutMk cId="4247290370" sldId="2147483661"/>
              <ac:spMk id="4" creationId="{5DC7F27E-9CB9-099F-4DA7-367C6ADB411B}"/>
            </ac:spMkLst>
          </pc:spChg>
          <pc:spChg chg="mod">
            <ac:chgData name="ADE PUTERA KEMALA" userId="ae082dc6-986d-44c2-b903-255a692f1bc4" providerId="ADAL" clId="{3810AC8B-24CF-496F-9BE7-CC58DA6B508B}" dt="2023-08-02T08:39:36.074" v="644"/>
            <ac:spMkLst>
              <pc:docMk/>
              <pc:sldMasterMk cId="0" sldId="2147483648"/>
              <pc:sldLayoutMk cId="4247290370" sldId="2147483661"/>
              <ac:spMk id="9" creationId="{A398922F-A33B-3C44-AAA1-709DF0A7FE30}"/>
            </ac:spMkLst>
          </pc:spChg>
          <pc:spChg chg="mod">
            <ac:chgData name="ADE PUTERA KEMALA" userId="ae082dc6-986d-44c2-b903-255a692f1bc4" providerId="ADAL" clId="{3810AC8B-24CF-496F-9BE7-CC58DA6B508B}" dt="2023-08-02T08:39:36.074" v="644"/>
            <ac:spMkLst>
              <pc:docMk/>
              <pc:sldMasterMk cId="0" sldId="2147483648"/>
              <pc:sldLayoutMk cId="4247290370" sldId="2147483661"/>
              <ac:spMk id="20" creationId="{2610CD5C-942F-BF48-875B-42FFCE146C9A}"/>
            </ac:spMkLst>
          </pc:spChg>
          <pc:spChg chg="mod">
            <ac:chgData name="ADE PUTERA KEMALA" userId="ae082dc6-986d-44c2-b903-255a692f1bc4" providerId="ADAL" clId="{3810AC8B-24CF-496F-9BE7-CC58DA6B508B}" dt="2023-08-02T08:39:36.074" v="644"/>
            <ac:spMkLst>
              <pc:docMk/>
              <pc:sldMasterMk cId="0" sldId="2147483648"/>
              <pc:sldLayoutMk cId="4247290370" sldId="2147483661"/>
              <ac:spMk id="23" creationId="{DC9E4D2B-1303-D647-ADF8-BD63A36C3CA0}"/>
            </ac:spMkLst>
          </pc:spChg>
          <pc:spChg chg="mod">
            <ac:chgData name="ADE PUTERA KEMALA" userId="ae082dc6-986d-44c2-b903-255a692f1bc4" providerId="ADAL" clId="{3810AC8B-24CF-496F-9BE7-CC58DA6B508B}" dt="2023-08-02T08:39:36.074" v="644"/>
            <ac:spMkLst>
              <pc:docMk/>
              <pc:sldMasterMk cId="0" sldId="2147483648"/>
              <pc:sldLayoutMk cId="4247290370" sldId="2147483661"/>
              <ac:spMk id="24" creationId="{1323A2FB-C06C-AA47-AA40-00FC9E490C61}"/>
            </ac:spMkLst>
          </pc:spChg>
          <pc:picChg chg="mod">
            <ac:chgData name="ADE PUTERA KEMALA" userId="ae082dc6-986d-44c2-b903-255a692f1bc4" providerId="ADAL" clId="{3810AC8B-24CF-496F-9BE7-CC58DA6B508B}" dt="2023-08-02T08:39:36.074" v="644"/>
            <ac:picMkLst>
              <pc:docMk/>
              <pc:sldMasterMk cId="0" sldId="2147483648"/>
              <pc:sldLayoutMk cId="4247290370" sldId="2147483661"/>
              <ac:picMk id="5" creationId="{7D72B8CD-2B60-168D-460C-3FFD38B69D8E}"/>
            </ac:picMkLst>
          </pc:picChg>
          <pc:picChg chg="mod">
            <ac:chgData name="ADE PUTERA KEMALA" userId="ae082dc6-986d-44c2-b903-255a692f1bc4" providerId="ADAL" clId="{3810AC8B-24CF-496F-9BE7-CC58DA6B508B}" dt="2023-08-02T08:39:36.074" v="644"/>
            <ac:picMkLst>
              <pc:docMk/>
              <pc:sldMasterMk cId="0" sldId="2147483648"/>
              <pc:sldLayoutMk cId="4247290370" sldId="2147483661"/>
              <ac:picMk id="26" creationId="{2AB02847-5A77-D04F-9022-6161AA94A369}"/>
            </ac:picMkLst>
          </pc:picChg>
        </pc:sldLayoutChg>
        <pc:sldLayoutChg chg="modSp">
          <pc:chgData name="ADE PUTERA KEMALA" userId="ae082dc6-986d-44c2-b903-255a692f1bc4" providerId="ADAL" clId="{3810AC8B-24CF-496F-9BE7-CC58DA6B508B}" dt="2023-08-02T08:39:36.074" v="644"/>
          <pc:sldLayoutMkLst>
            <pc:docMk/>
            <pc:sldMasterMk cId="0" sldId="2147483648"/>
            <pc:sldLayoutMk cId="4047080745" sldId="2147483662"/>
          </pc:sldLayoutMkLst>
          <pc:spChg chg="mod">
            <ac:chgData name="ADE PUTERA KEMALA" userId="ae082dc6-986d-44c2-b903-255a692f1bc4" providerId="ADAL" clId="{3810AC8B-24CF-496F-9BE7-CC58DA6B508B}" dt="2023-08-02T08:39:36.074" v="644"/>
            <ac:spMkLst>
              <pc:docMk/>
              <pc:sldMasterMk cId="0" sldId="2147483648"/>
              <pc:sldLayoutMk cId="4047080745" sldId="2147483662"/>
              <ac:spMk id="10" creationId="{5C668086-F712-8640-8B8D-2424E50E003F}"/>
            </ac:spMkLst>
          </pc:spChg>
          <pc:spChg chg="mod">
            <ac:chgData name="ADE PUTERA KEMALA" userId="ae082dc6-986d-44c2-b903-255a692f1bc4" providerId="ADAL" clId="{3810AC8B-24CF-496F-9BE7-CC58DA6B508B}" dt="2023-08-02T08:39:36.074" v="644"/>
            <ac:spMkLst>
              <pc:docMk/>
              <pc:sldMasterMk cId="0" sldId="2147483648"/>
              <pc:sldLayoutMk cId="4047080745" sldId="2147483662"/>
              <ac:spMk id="71" creationId="{00000000-0000-0000-0000-000000000000}"/>
            </ac:spMkLst>
          </pc:spChg>
          <pc:picChg chg="mod">
            <ac:chgData name="ADE PUTERA KEMALA" userId="ae082dc6-986d-44c2-b903-255a692f1bc4" providerId="ADAL" clId="{3810AC8B-24CF-496F-9BE7-CC58DA6B508B}" dt="2023-08-02T08:39:36.074" v="644"/>
            <ac:picMkLst>
              <pc:docMk/>
              <pc:sldMasterMk cId="0" sldId="2147483648"/>
              <pc:sldLayoutMk cId="4047080745" sldId="2147483662"/>
              <ac:picMk id="2" creationId="{F4F98E9C-690F-D5B2-6A0E-CA43C8C26AB9}"/>
            </ac:picMkLst>
          </pc:picChg>
          <pc:picChg chg="mod">
            <ac:chgData name="ADE PUTERA KEMALA" userId="ae082dc6-986d-44c2-b903-255a692f1bc4" providerId="ADAL" clId="{3810AC8B-24CF-496F-9BE7-CC58DA6B508B}" dt="2023-08-02T08:39:36.074" v="644"/>
            <ac:picMkLst>
              <pc:docMk/>
              <pc:sldMasterMk cId="0" sldId="2147483648"/>
              <pc:sldLayoutMk cId="4047080745" sldId="2147483662"/>
              <ac:picMk id="5" creationId="{4290823B-2698-F44F-82ED-3153CB051CA0}"/>
            </ac:picMkLst>
          </pc:picChg>
        </pc:sldLayoutChg>
        <pc:sldLayoutChg chg="modSp">
          <pc:chgData name="ADE PUTERA KEMALA" userId="ae082dc6-986d-44c2-b903-255a692f1bc4" providerId="ADAL" clId="{3810AC8B-24CF-496F-9BE7-CC58DA6B508B}" dt="2023-08-02T08:39:36.074" v="644"/>
          <pc:sldLayoutMkLst>
            <pc:docMk/>
            <pc:sldMasterMk cId="0" sldId="2147483648"/>
            <pc:sldLayoutMk cId="587999401" sldId="2147483687"/>
          </pc:sldLayoutMkLst>
          <pc:spChg chg="mod">
            <ac:chgData name="ADE PUTERA KEMALA" userId="ae082dc6-986d-44c2-b903-255a692f1bc4" providerId="ADAL" clId="{3810AC8B-24CF-496F-9BE7-CC58DA6B508B}" dt="2023-08-02T08:39:36.074" v="644"/>
            <ac:spMkLst>
              <pc:docMk/>
              <pc:sldMasterMk cId="0" sldId="2147483648"/>
              <pc:sldLayoutMk cId="587999401" sldId="2147483687"/>
              <ac:spMk id="9" creationId="{A398922F-A33B-3C44-AAA1-709DF0A7FE30}"/>
            </ac:spMkLst>
          </pc:spChg>
          <pc:spChg chg="mod">
            <ac:chgData name="ADE PUTERA KEMALA" userId="ae082dc6-986d-44c2-b903-255a692f1bc4" providerId="ADAL" clId="{3810AC8B-24CF-496F-9BE7-CC58DA6B508B}" dt="2023-08-02T08:39:36.074" v="644"/>
            <ac:spMkLst>
              <pc:docMk/>
              <pc:sldMasterMk cId="0" sldId="2147483648"/>
              <pc:sldLayoutMk cId="587999401" sldId="2147483687"/>
              <ac:spMk id="10" creationId="{BE73ECD8-9761-904C-83FC-7C21B825FC86}"/>
            </ac:spMkLst>
          </pc:spChg>
          <pc:spChg chg="mod">
            <ac:chgData name="ADE PUTERA KEMALA" userId="ae082dc6-986d-44c2-b903-255a692f1bc4" providerId="ADAL" clId="{3810AC8B-24CF-496F-9BE7-CC58DA6B508B}" dt="2023-08-02T08:39:36.074" v="644"/>
            <ac:spMkLst>
              <pc:docMk/>
              <pc:sldMasterMk cId="0" sldId="2147483648"/>
              <pc:sldLayoutMk cId="587999401" sldId="2147483687"/>
              <ac:spMk id="13" creationId="{00000000-0000-0000-0000-000000000000}"/>
            </ac:spMkLst>
          </pc:spChg>
          <pc:spChg chg="mod">
            <ac:chgData name="ADE PUTERA KEMALA" userId="ae082dc6-986d-44c2-b903-255a692f1bc4" providerId="ADAL" clId="{3810AC8B-24CF-496F-9BE7-CC58DA6B508B}" dt="2023-08-02T08:39:36.074" v="644"/>
            <ac:spMkLst>
              <pc:docMk/>
              <pc:sldMasterMk cId="0" sldId="2147483648"/>
              <pc:sldLayoutMk cId="587999401" sldId="2147483687"/>
              <ac:spMk id="18" creationId="{15CBFADB-E6B3-9B4E-8320-314E3790EC2E}"/>
            </ac:spMkLst>
          </pc:spChg>
          <pc:spChg chg="mod">
            <ac:chgData name="ADE PUTERA KEMALA" userId="ae082dc6-986d-44c2-b903-255a692f1bc4" providerId="ADAL" clId="{3810AC8B-24CF-496F-9BE7-CC58DA6B508B}" dt="2023-08-02T08:39:36.074" v="644"/>
            <ac:spMkLst>
              <pc:docMk/>
              <pc:sldMasterMk cId="0" sldId="2147483648"/>
              <pc:sldLayoutMk cId="587999401" sldId="2147483687"/>
              <ac:spMk id="19" creationId="{9973D83C-1488-3E4C-B9DF-5608E0394C08}"/>
            </ac:spMkLst>
          </pc:spChg>
          <pc:picChg chg="mod">
            <ac:chgData name="ADE PUTERA KEMALA" userId="ae082dc6-986d-44c2-b903-255a692f1bc4" providerId="ADAL" clId="{3810AC8B-24CF-496F-9BE7-CC58DA6B508B}" dt="2023-08-02T08:39:36.074" v="644"/>
            <ac:picMkLst>
              <pc:docMk/>
              <pc:sldMasterMk cId="0" sldId="2147483648"/>
              <pc:sldLayoutMk cId="587999401" sldId="2147483687"/>
              <ac:picMk id="2" creationId="{453551FA-97E6-2245-9BD6-C384100F7F4B}"/>
            </ac:picMkLst>
          </pc:picChg>
          <pc:picChg chg="mod">
            <ac:chgData name="ADE PUTERA KEMALA" userId="ae082dc6-986d-44c2-b903-255a692f1bc4" providerId="ADAL" clId="{3810AC8B-24CF-496F-9BE7-CC58DA6B508B}" dt="2023-08-02T08:39:36.074" v="644"/>
            <ac:picMkLst>
              <pc:docMk/>
              <pc:sldMasterMk cId="0" sldId="2147483648"/>
              <pc:sldLayoutMk cId="587999401" sldId="2147483687"/>
              <ac:picMk id="6" creationId="{EB456242-AA88-DF45-9244-298FA0B8369B}"/>
            </ac:picMkLst>
          </pc:picChg>
        </pc:sldLayoutChg>
      </pc:sldMasterChg>
      <pc:sldMasterChg chg="modSp modSldLayout">
        <pc:chgData name="ADE PUTERA KEMALA" userId="ae082dc6-986d-44c2-b903-255a692f1bc4" providerId="ADAL" clId="{3810AC8B-24CF-496F-9BE7-CC58DA6B508B}" dt="2023-08-02T08:39:36.074" v="644"/>
        <pc:sldMasterMkLst>
          <pc:docMk/>
          <pc:sldMasterMk cId="1065647969" sldId="2147483663"/>
        </pc:sldMasterMkLst>
        <pc:spChg chg="mod">
          <ac:chgData name="ADE PUTERA KEMALA" userId="ae082dc6-986d-44c2-b903-255a692f1bc4" providerId="ADAL" clId="{3810AC8B-24CF-496F-9BE7-CC58DA6B508B}" dt="2023-08-02T08:39:36.074" v="644"/>
          <ac:spMkLst>
            <pc:docMk/>
            <pc:sldMasterMk cId="1065647969" sldId="2147483663"/>
            <ac:spMk id="2" creationId="{00000000-0000-0000-0000-000000000000}"/>
          </ac:spMkLst>
        </pc:spChg>
        <pc:spChg chg="mod">
          <ac:chgData name="ADE PUTERA KEMALA" userId="ae082dc6-986d-44c2-b903-255a692f1bc4" providerId="ADAL" clId="{3810AC8B-24CF-496F-9BE7-CC58DA6B508B}" dt="2023-08-02T08:39:36.074" v="644"/>
          <ac:spMkLst>
            <pc:docMk/>
            <pc:sldMasterMk cId="1065647969" sldId="2147483663"/>
            <ac:spMk id="3" creationId="{00000000-0000-0000-0000-000000000000}"/>
          </ac:spMkLst>
        </pc:spChg>
        <pc:spChg chg="mod">
          <ac:chgData name="ADE PUTERA KEMALA" userId="ae082dc6-986d-44c2-b903-255a692f1bc4" providerId="ADAL" clId="{3810AC8B-24CF-496F-9BE7-CC58DA6B508B}" dt="2023-08-02T08:39:36.074" v="644"/>
          <ac:spMkLst>
            <pc:docMk/>
            <pc:sldMasterMk cId="1065647969" sldId="2147483663"/>
            <ac:spMk id="4" creationId="{00000000-0000-0000-0000-000000000000}"/>
          </ac:spMkLst>
        </pc:spChg>
        <pc:sldLayoutChg chg="modSp">
          <pc:chgData name="ADE PUTERA KEMALA" userId="ae082dc6-986d-44c2-b903-255a692f1bc4" providerId="ADAL" clId="{3810AC8B-24CF-496F-9BE7-CC58DA6B508B}" dt="2023-08-02T08:39:36.074" v="644"/>
          <pc:sldLayoutMkLst>
            <pc:docMk/>
            <pc:sldMasterMk cId="1065647969" sldId="2147483663"/>
            <pc:sldLayoutMk cId="993717293" sldId="2147483664"/>
          </pc:sldLayoutMkLst>
          <pc:spChg chg="mod">
            <ac:chgData name="ADE PUTERA KEMALA" userId="ae082dc6-986d-44c2-b903-255a692f1bc4" providerId="ADAL" clId="{3810AC8B-24CF-496F-9BE7-CC58DA6B508B}" dt="2023-08-02T08:39:36.074" v="644"/>
            <ac:spMkLst>
              <pc:docMk/>
              <pc:sldMasterMk cId="1065647969" sldId="2147483663"/>
              <pc:sldLayoutMk cId="993717293" sldId="2147483664"/>
              <ac:spMk id="2" creationId="{D6474C2C-5958-6F6B-1482-E67DED339DDC}"/>
            </ac:spMkLst>
          </pc:spChg>
          <pc:spChg chg="mod">
            <ac:chgData name="ADE PUTERA KEMALA" userId="ae082dc6-986d-44c2-b903-255a692f1bc4" providerId="ADAL" clId="{3810AC8B-24CF-496F-9BE7-CC58DA6B508B}" dt="2023-08-02T08:39:36.074" v="644"/>
            <ac:spMkLst>
              <pc:docMk/>
              <pc:sldMasterMk cId="1065647969" sldId="2147483663"/>
              <pc:sldLayoutMk cId="993717293" sldId="2147483664"/>
              <ac:spMk id="4" creationId="{5DC7F27E-9CB9-099F-4DA7-367C6ADB411B}"/>
            </ac:spMkLst>
          </pc:spChg>
          <pc:spChg chg="mod">
            <ac:chgData name="ADE PUTERA KEMALA" userId="ae082dc6-986d-44c2-b903-255a692f1bc4" providerId="ADAL" clId="{3810AC8B-24CF-496F-9BE7-CC58DA6B508B}" dt="2023-08-02T08:39:36.074" v="644"/>
            <ac:spMkLst>
              <pc:docMk/>
              <pc:sldMasterMk cId="1065647969" sldId="2147483663"/>
              <pc:sldLayoutMk cId="993717293" sldId="2147483664"/>
              <ac:spMk id="9" creationId="{A398922F-A33B-3C44-AAA1-709DF0A7FE30}"/>
            </ac:spMkLst>
          </pc:spChg>
          <pc:spChg chg="mod">
            <ac:chgData name="ADE PUTERA KEMALA" userId="ae082dc6-986d-44c2-b903-255a692f1bc4" providerId="ADAL" clId="{3810AC8B-24CF-496F-9BE7-CC58DA6B508B}" dt="2023-08-02T08:39:36.074" v="644"/>
            <ac:spMkLst>
              <pc:docMk/>
              <pc:sldMasterMk cId="1065647969" sldId="2147483663"/>
              <pc:sldLayoutMk cId="993717293" sldId="2147483664"/>
              <ac:spMk id="20" creationId="{2610CD5C-942F-BF48-875B-42FFCE146C9A}"/>
            </ac:spMkLst>
          </pc:spChg>
          <pc:spChg chg="mod">
            <ac:chgData name="ADE PUTERA KEMALA" userId="ae082dc6-986d-44c2-b903-255a692f1bc4" providerId="ADAL" clId="{3810AC8B-24CF-496F-9BE7-CC58DA6B508B}" dt="2023-08-02T08:39:36.074" v="644"/>
            <ac:spMkLst>
              <pc:docMk/>
              <pc:sldMasterMk cId="1065647969" sldId="2147483663"/>
              <pc:sldLayoutMk cId="993717293" sldId="2147483664"/>
              <ac:spMk id="23" creationId="{DC9E4D2B-1303-D647-ADF8-BD63A36C3CA0}"/>
            </ac:spMkLst>
          </pc:spChg>
          <pc:spChg chg="mod">
            <ac:chgData name="ADE PUTERA KEMALA" userId="ae082dc6-986d-44c2-b903-255a692f1bc4" providerId="ADAL" clId="{3810AC8B-24CF-496F-9BE7-CC58DA6B508B}" dt="2023-08-02T08:39:36.074" v="644"/>
            <ac:spMkLst>
              <pc:docMk/>
              <pc:sldMasterMk cId="1065647969" sldId="2147483663"/>
              <pc:sldLayoutMk cId="993717293" sldId="2147483664"/>
              <ac:spMk id="24" creationId="{1323A2FB-C06C-AA47-AA40-00FC9E490C61}"/>
            </ac:spMkLst>
          </pc:spChg>
          <pc:picChg chg="mod">
            <ac:chgData name="ADE PUTERA KEMALA" userId="ae082dc6-986d-44c2-b903-255a692f1bc4" providerId="ADAL" clId="{3810AC8B-24CF-496F-9BE7-CC58DA6B508B}" dt="2023-08-02T08:39:36.074" v="644"/>
            <ac:picMkLst>
              <pc:docMk/>
              <pc:sldMasterMk cId="1065647969" sldId="2147483663"/>
              <pc:sldLayoutMk cId="993717293" sldId="2147483664"/>
              <ac:picMk id="5" creationId="{7D72B8CD-2B60-168D-460C-3FFD38B69D8E}"/>
            </ac:picMkLst>
          </pc:picChg>
          <pc:picChg chg="mod">
            <ac:chgData name="ADE PUTERA KEMALA" userId="ae082dc6-986d-44c2-b903-255a692f1bc4" providerId="ADAL" clId="{3810AC8B-24CF-496F-9BE7-CC58DA6B508B}" dt="2023-08-02T08:39:36.074" v="644"/>
            <ac:picMkLst>
              <pc:docMk/>
              <pc:sldMasterMk cId="1065647969" sldId="2147483663"/>
              <pc:sldLayoutMk cId="993717293" sldId="2147483664"/>
              <ac:picMk id="26" creationId="{2AB02847-5A77-D04F-9022-6161AA94A369}"/>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335245999" sldId="2147483665"/>
          </pc:sldLayoutMkLst>
          <pc:spChg chg="mod">
            <ac:chgData name="ADE PUTERA KEMALA" userId="ae082dc6-986d-44c2-b903-255a692f1bc4" providerId="ADAL" clId="{3810AC8B-24CF-496F-9BE7-CC58DA6B508B}" dt="2023-08-02T08:39:36.074" v="644"/>
            <ac:spMkLst>
              <pc:docMk/>
              <pc:sldMasterMk cId="1065647969" sldId="2147483663"/>
              <pc:sldLayoutMk cId="335245999" sldId="2147483665"/>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335245999" sldId="2147483665"/>
              <ac:spMk id="10" creationId="{0CE21BA8-841F-EE46-90AB-358900DBBA45}"/>
            </ac:spMkLst>
          </pc:spChg>
          <pc:spChg chg="mod">
            <ac:chgData name="ADE PUTERA KEMALA" userId="ae082dc6-986d-44c2-b903-255a692f1bc4" providerId="ADAL" clId="{3810AC8B-24CF-496F-9BE7-CC58DA6B508B}" dt="2023-08-02T08:39:36.074" v="644"/>
            <ac:spMkLst>
              <pc:docMk/>
              <pc:sldMasterMk cId="1065647969" sldId="2147483663"/>
              <pc:sldLayoutMk cId="335245999" sldId="2147483665"/>
              <ac:spMk id="11" creationId="{CCD29839-25B4-3D48-8D8C-B1D859A74A9A}"/>
            </ac:spMkLst>
          </pc:spChg>
          <pc:spChg chg="mod">
            <ac:chgData name="ADE PUTERA KEMALA" userId="ae082dc6-986d-44c2-b903-255a692f1bc4" providerId="ADAL" clId="{3810AC8B-24CF-496F-9BE7-CC58DA6B508B}" dt="2023-08-02T08:39:36.074" v="644"/>
            <ac:spMkLst>
              <pc:docMk/>
              <pc:sldMasterMk cId="1065647969" sldId="2147483663"/>
              <pc:sldLayoutMk cId="335245999" sldId="2147483665"/>
              <ac:spMk id="13" creationId="{F9A081F0-DCC0-4F43-B885-A177263AC1B5}"/>
            </ac:spMkLst>
          </pc:spChg>
          <pc:picChg chg="mod">
            <ac:chgData name="ADE PUTERA KEMALA" userId="ae082dc6-986d-44c2-b903-255a692f1bc4" providerId="ADAL" clId="{3810AC8B-24CF-496F-9BE7-CC58DA6B508B}" dt="2023-08-02T08:39:36.074" v="644"/>
            <ac:picMkLst>
              <pc:docMk/>
              <pc:sldMasterMk cId="1065647969" sldId="2147483663"/>
              <pc:sldLayoutMk cId="335245999" sldId="2147483665"/>
              <ac:picMk id="5" creationId="{2CB39841-01E8-3B46-1169-9D75B18B74D3}"/>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89747844" sldId="2147483666"/>
          </pc:sldLayoutMkLst>
          <pc:spChg chg="mod">
            <ac:chgData name="ADE PUTERA KEMALA" userId="ae082dc6-986d-44c2-b903-255a692f1bc4" providerId="ADAL" clId="{3810AC8B-24CF-496F-9BE7-CC58DA6B508B}" dt="2023-08-02T08:39:36.074" v="644"/>
            <ac:spMkLst>
              <pc:docMk/>
              <pc:sldMasterMk cId="1065647969" sldId="2147483663"/>
              <pc:sldLayoutMk cId="89747844" sldId="2147483666"/>
              <ac:spMk id="2" creationId="{23DCB9E1-9FF7-C612-AB16-FF6707878307}"/>
            </ac:spMkLst>
          </pc:spChg>
          <pc:spChg chg="mod">
            <ac:chgData name="ADE PUTERA KEMALA" userId="ae082dc6-986d-44c2-b903-255a692f1bc4" providerId="ADAL" clId="{3810AC8B-24CF-496F-9BE7-CC58DA6B508B}" dt="2023-08-02T08:39:36.074" v="644"/>
            <ac:spMkLst>
              <pc:docMk/>
              <pc:sldMasterMk cId="1065647969" sldId="2147483663"/>
              <pc:sldLayoutMk cId="89747844" sldId="2147483666"/>
              <ac:spMk id="3" creationId="{76287026-42FF-418F-A536-8F52F4949E8D}"/>
            </ac:spMkLst>
          </pc:spChg>
          <pc:spChg chg="mod">
            <ac:chgData name="ADE PUTERA KEMALA" userId="ae082dc6-986d-44c2-b903-255a692f1bc4" providerId="ADAL" clId="{3810AC8B-24CF-496F-9BE7-CC58DA6B508B}" dt="2023-08-02T08:39:36.074" v="644"/>
            <ac:spMkLst>
              <pc:docMk/>
              <pc:sldMasterMk cId="1065647969" sldId="2147483663"/>
              <pc:sldLayoutMk cId="89747844" sldId="2147483666"/>
              <ac:spMk id="9" creationId="{A398922F-A33B-3C44-AAA1-709DF0A7FE30}"/>
            </ac:spMkLst>
          </pc:spChg>
          <pc:spChg chg="mod">
            <ac:chgData name="ADE PUTERA KEMALA" userId="ae082dc6-986d-44c2-b903-255a692f1bc4" providerId="ADAL" clId="{3810AC8B-24CF-496F-9BE7-CC58DA6B508B}" dt="2023-08-02T08:39:36.074" v="644"/>
            <ac:spMkLst>
              <pc:docMk/>
              <pc:sldMasterMk cId="1065647969" sldId="2147483663"/>
              <pc:sldLayoutMk cId="89747844" sldId="2147483666"/>
              <ac:spMk id="10" creationId="{F7BB76AE-A45C-1F43-9E7B-E96439A8D439}"/>
            </ac:spMkLst>
          </pc:spChg>
          <pc:spChg chg="mod">
            <ac:chgData name="ADE PUTERA KEMALA" userId="ae082dc6-986d-44c2-b903-255a692f1bc4" providerId="ADAL" clId="{3810AC8B-24CF-496F-9BE7-CC58DA6B508B}" dt="2023-08-02T08:39:36.074" v="644"/>
            <ac:spMkLst>
              <pc:docMk/>
              <pc:sldMasterMk cId="1065647969" sldId="2147483663"/>
              <pc:sldLayoutMk cId="89747844" sldId="2147483666"/>
              <ac:spMk id="20" creationId="{2610CD5C-942F-BF48-875B-42FFCE146C9A}"/>
            </ac:spMkLst>
          </pc:spChg>
          <pc:spChg chg="mod">
            <ac:chgData name="ADE PUTERA KEMALA" userId="ae082dc6-986d-44c2-b903-255a692f1bc4" providerId="ADAL" clId="{3810AC8B-24CF-496F-9BE7-CC58DA6B508B}" dt="2023-08-02T08:39:36.074" v="644"/>
            <ac:spMkLst>
              <pc:docMk/>
              <pc:sldMasterMk cId="1065647969" sldId="2147483663"/>
              <pc:sldLayoutMk cId="89747844" sldId="2147483666"/>
              <ac:spMk id="23" creationId="{DC9E4D2B-1303-D647-ADF8-BD63A36C3CA0}"/>
            </ac:spMkLst>
          </pc:spChg>
          <pc:spChg chg="mod">
            <ac:chgData name="ADE PUTERA KEMALA" userId="ae082dc6-986d-44c2-b903-255a692f1bc4" providerId="ADAL" clId="{3810AC8B-24CF-496F-9BE7-CC58DA6B508B}" dt="2023-08-02T08:39:36.074" v="644"/>
            <ac:spMkLst>
              <pc:docMk/>
              <pc:sldMasterMk cId="1065647969" sldId="2147483663"/>
              <pc:sldLayoutMk cId="89747844" sldId="2147483666"/>
              <ac:spMk id="24" creationId="{1323A2FB-C06C-AA47-AA40-00FC9E490C61}"/>
            </ac:spMkLst>
          </pc:spChg>
          <pc:picChg chg="mod">
            <ac:chgData name="ADE PUTERA KEMALA" userId="ae082dc6-986d-44c2-b903-255a692f1bc4" providerId="ADAL" clId="{3810AC8B-24CF-496F-9BE7-CC58DA6B508B}" dt="2023-08-02T08:39:36.074" v="644"/>
            <ac:picMkLst>
              <pc:docMk/>
              <pc:sldMasterMk cId="1065647969" sldId="2147483663"/>
              <pc:sldLayoutMk cId="89747844" sldId="2147483666"/>
              <ac:picMk id="4" creationId="{22412E04-E7E5-6907-9DD0-CE975EF38391}"/>
            </ac:picMkLst>
          </pc:picChg>
          <pc:picChg chg="mod">
            <ac:chgData name="ADE PUTERA KEMALA" userId="ae082dc6-986d-44c2-b903-255a692f1bc4" providerId="ADAL" clId="{3810AC8B-24CF-496F-9BE7-CC58DA6B508B}" dt="2023-08-02T08:39:36.074" v="644"/>
            <ac:picMkLst>
              <pc:docMk/>
              <pc:sldMasterMk cId="1065647969" sldId="2147483663"/>
              <pc:sldLayoutMk cId="89747844" sldId="2147483666"/>
              <ac:picMk id="26" creationId="{2AB02847-5A77-D04F-9022-6161AA94A369}"/>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1409053196" sldId="2147483667"/>
          </pc:sldLayoutMkLst>
          <pc:spChg chg="mod">
            <ac:chgData name="ADE PUTERA KEMALA" userId="ae082dc6-986d-44c2-b903-255a692f1bc4" providerId="ADAL" clId="{3810AC8B-24CF-496F-9BE7-CC58DA6B508B}" dt="2023-08-02T08:39:36.074" v="644"/>
            <ac:spMkLst>
              <pc:docMk/>
              <pc:sldMasterMk cId="1065647969" sldId="2147483663"/>
              <pc:sldLayoutMk cId="1409053196" sldId="2147483667"/>
              <ac:spMk id="71" creationId="{00000000-0000-0000-0000-000000000000}"/>
            </ac:spMkLst>
          </pc:spChg>
          <pc:picChg chg="mod">
            <ac:chgData name="ADE PUTERA KEMALA" userId="ae082dc6-986d-44c2-b903-255a692f1bc4" providerId="ADAL" clId="{3810AC8B-24CF-496F-9BE7-CC58DA6B508B}" dt="2023-08-02T08:39:36.074" v="644"/>
            <ac:picMkLst>
              <pc:docMk/>
              <pc:sldMasterMk cId="1065647969" sldId="2147483663"/>
              <pc:sldLayoutMk cId="1409053196" sldId="2147483667"/>
              <ac:picMk id="2" creationId="{8C493109-42AD-F678-F34A-9DA73287D106}"/>
            </ac:picMkLst>
          </pc:picChg>
          <pc:picChg chg="mod">
            <ac:chgData name="ADE PUTERA KEMALA" userId="ae082dc6-986d-44c2-b903-255a692f1bc4" providerId="ADAL" clId="{3810AC8B-24CF-496F-9BE7-CC58DA6B508B}" dt="2023-08-02T08:39:36.074" v="644"/>
            <ac:picMkLst>
              <pc:docMk/>
              <pc:sldMasterMk cId="1065647969" sldId="2147483663"/>
              <pc:sldLayoutMk cId="1409053196" sldId="2147483667"/>
              <ac:picMk id="5" creationId="{4290823B-2698-F44F-82ED-3153CB051CA0}"/>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533717174" sldId="2147483668"/>
          </pc:sldLayoutMkLst>
          <pc:spChg chg="mod">
            <ac:chgData name="ADE PUTERA KEMALA" userId="ae082dc6-986d-44c2-b903-255a692f1bc4" providerId="ADAL" clId="{3810AC8B-24CF-496F-9BE7-CC58DA6B508B}" dt="2023-08-02T08:39:36.074" v="644"/>
            <ac:spMkLst>
              <pc:docMk/>
              <pc:sldMasterMk cId="1065647969" sldId="2147483663"/>
              <pc:sldLayoutMk cId="533717174" sldId="2147483668"/>
              <ac:spMk id="8" creationId="{039E3D91-9575-7645-A4DA-1857555C3973}"/>
            </ac:spMkLst>
          </pc:spChg>
          <pc:spChg chg="mod">
            <ac:chgData name="ADE PUTERA KEMALA" userId="ae082dc6-986d-44c2-b903-255a692f1bc4" providerId="ADAL" clId="{3810AC8B-24CF-496F-9BE7-CC58DA6B508B}" dt="2023-08-02T08:39:36.074" v="644"/>
            <ac:spMkLst>
              <pc:docMk/>
              <pc:sldMasterMk cId="1065647969" sldId="2147483663"/>
              <pc:sldLayoutMk cId="533717174" sldId="2147483668"/>
              <ac:spMk id="71" creationId="{00000000-0000-0000-0000-000000000000}"/>
            </ac:spMkLst>
          </pc:spChg>
          <pc:picChg chg="mod">
            <ac:chgData name="ADE PUTERA KEMALA" userId="ae082dc6-986d-44c2-b903-255a692f1bc4" providerId="ADAL" clId="{3810AC8B-24CF-496F-9BE7-CC58DA6B508B}" dt="2023-08-02T08:39:36.074" v="644"/>
            <ac:picMkLst>
              <pc:docMk/>
              <pc:sldMasterMk cId="1065647969" sldId="2147483663"/>
              <pc:sldLayoutMk cId="533717174" sldId="2147483668"/>
              <ac:picMk id="2" creationId="{79C614F1-89F8-B808-9DD9-229AAF4CE537}"/>
            </ac:picMkLst>
          </pc:picChg>
          <pc:picChg chg="mod">
            <ac:chgData name="ADE PUTERA KEMALA" userId="ae082dc6-986d-44c2-b903-255a692f1bc4" providerId="ADAL" clId="{3810AC8B-24CF-496F-9BE7-CC58DA6B508B}" dt="2023-08-02T08:39:36.074" v="644"/>
            <ac:picMkLst>
              <pc:docMk/>
              <pc:sldMasterMk cId="1065647969" sldId="2147483663"/>
              <pc:sldLayoutMk cId="533717174" sldId="2147483668"/>
              <ac:picMk id="5" creationId="{4290823B-2698-F44F-82ED-3153CB051CA0}"/>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3548959098" sldId="2147483669"/>
          </pc:sldLayoutMkLst>
          <pc:spChg chg="mod">
            <ac:chgData name="ADE PUTERA KEMALA" userId="ae082dc6-986d-44c2-b903-255a692f1bc4" providerId="ADAL" clId="{3810AC8B-24CF-496F-9BE7-CC58DA6B508B}" dt="2023-08-02T08:39:36.074" v="644"/>
            <ac:spMkLst>
              <pc:docMk/>
              <pc:sldMasterMk cId="1065647969" sldId="2147483663"/>
              <pc:sldLayoutMk cId="3548959098" sldId="2147483669"/>
              <ac:spMk id="10" creationId="{9B58D5CA-1AEF-754B-9F74-AE29F8DD61D5}"/>
            </ac:spMkLst>
          </pc:spChg>
          <pc:spChg chg="mod">
            <ac:chgData name="ADE PUTERA KEMALA" userId="ae082dc6-986d-44c2-b903-255a692f1bc4" providerId="ADAL" clId="{3810AC8B-24CF-496F-9BE7-CC58DA6B508B}" dt="2023-08-02T08:39:36.074" v="644"/>
            <ac:spMkLst>
              <pc:docMk/>
              <pc:sldMasterMk cId="1065647969" sldId="2147483663"/>
              <pc:sldLayoutMk cId="3548959098" sldId="2147483669"/>
              <ac:spMk id="71" creationId="{00000000-0000-0000-0000-000000000000}"/>
            </ac:spMkLst>
          </pc:spChg>
          <pc:picChg chg="mod">
            <ac:chgData name="ADE PUTERA KEMALA" userId="ae082dc6-986d-44c2-b903-255a692f1bc4" providerId="ADAL" clId="{3810AC8B-24CF-496F-9BE7-CC58DA6B508B}" dt="2023-08-02T08:39:36.074" v="644"/>
            <ac:picMkLst>
              <pc:docMk/>
              <pc:sldMasterMk cId="1065647969" sldId="2147483663"/>
              <pc:sldLayoutMk cId="3548959098" sldId="2147483669"/>
              <ac:picMk id="2" creationId="{F8174CAF-8FC8-EDAE-768D-30BF9014380B}"/>
            </ac:picMkLst>
          </pc:picChg>
          <pc:picChg chg="mod">
            <ac:chgData name="ADE PUTERA KEMALA" userId="ae082dc6-986d-44c2-b903-255a692f1bc4" providerId="ADAL" clId="{3810AC8B-24CF-496F-9BE7-CC58DA6B508B}" dt="2023-08-02T08:39:36.074" v="644"/>
            <ac:picMkLst>
              <pc:docMk/>
              <pc:sldMasterMk cId="1065647969" sldId="2147483663"/>
              <pc:sldLayoutMk cId="3548959098" sldId="2147483669"/>
              <ac:picMk id="5" creationId="{4290823B-2698-F44F-82ED-3153CB051CA0}"/>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3329772537" sldId="2147483670"/>
          </pc:sldLayoutMkLst>
          <pc:spChg chg="mod">
            <ac:chgData name="ADE PUTERA KEMALA" userId="ae082dc6-986d-44c2-b903-255a692f1bc4" providerId="ADAL" clId="{3810AC8B-24CF-496F-9BE7-CC58DA6B508B}" dt="2023-08-02T08:39:36.074" v="644"/>
            <ac:spMkLst>
              <pc:docMk/>
              <pc:sldMasterMk cId="1065647969" sldId="2147483663"/>
              <pc:sldLayoutMk cId="3329772537" sldId="2147483670"/>
              <ac:spMk id="8" creationId="{D74DB4AE-0419-BC41-9D4A-DC2FB6ABAE92}"/>
            </ac:spMkLst>
          </pc:spChg>
          <pc:spChg chg="mod">
            <ac:chgData name="ADE PUTERA KEMALA" userId="ae082dc6-986d-44c2-b903-255a692f1bc4" providerId="ADAL" clId="{3810AC8B-24CF-496F-9BE7-CC58DA6B508B}" dt="2023-08-02T08:39:36.074" v="644"/>
            <ac:spMkLst>
              <pc:docMk/>
              <pc:sldMasterMk cId="1065647969" sldId="2147483663"/>
              <pc:sldLayoutMk cId="3329772537" sldId="2147483670"/>
              <ac:spMk id="71" creationId="{00000000-0000-0000-0000-000000000000}"/>
            </ac:spMkLst>
          </pc:spChg>
          <pc:picChg chg="mod">
            <ac:chgData name="ADE PUTERA KEMALA" userId="ae082dc6-986d-44c2-b903-255a692f1bc4" providerId="ADAL" clId="{3810AC8B-24CF-496F-9BE7-CC58DA6B508B}" dt="2023-08-02T08:39:36.074" v="644"/>
            <ac:picMkLst>
              <pc:docMk/>
              <pc:sldMasterMk cId="1065647969" sldId="2147483663"/>
              <pc:sldLayoutMk cId="3329772537" sldId="2147483670"/>
              <ac:picMk id="2" creationId="{2E3F9842-C644-B204-B6FB-F1DB2194706F}"/>
            </ac:picMkLst>
          </pc:picChg>
          <pc:picChg chg="mod">
            <ac:chgData name="ADE PUTERA KEMALA" userId="ae082dc6-986d-44c2-b903-255a692f1bc4" providerId="ADAL" clId="{3810AC8B-24CF-496F-9BE7-CC58DA6B508B}" dt="2023-08-02T08:39:36.074" v="644"/>
            <ac:picMkLst>
              <pc:docMk/>
              <pc:sldMasterMk cId="1065647969" sldId="2147483663"/>
              <pc:sldLayoutMk cId="3329772537" sldId="2147483670"/>
              <ac:picMk id="5" creationId="{4290823B-2698-F44F-82ED-3153CB051CA0}"/>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4005681783" sldId="2147483671"/>
          </pc:sldLayoutMkLst>
          <pc:spChg chg="mod">
            <ac:chgData name="ADE PUTERA KEMALA" userId="ae082dc6-986d-44c2-b903-255a692f1bc4" providerId="ADAL" clId="{3810AC8B-24CF-496F-9BE7-CC58DA6B508B}" dt="2023-08-02T08:39:36.074" v="644"/>
            <ac:spMkLst>
              <pc:docMk/>
              <pc:sldMasterMk cId="1065647969" sldId="2147483663"/>
              <pc:sldLayoutMk cId="4005681783" sldId="2147483671"/>
              <ac:spMk id="10" creationId="{5C668086-F712-8640-8B8D-2424E50E003F}"/>
            </ac:spMkLst>
          </pc:spChg>
          <pc:spChg chg="mod">
            <ac:chgData name="ADE PUTERA KEMALA" userId="ae082dc6-986d-44c2-b903-255a692f1bc4" providerId="ADAL" clId="{3810AC8B-24CF-496F-9BE7-CC58DA6B508B}" dt="2023-08-02T08:39:36.074" v="644"/>
            <ac:spMkLst>
              <pc:docMk/>
              <pc:sldMasterMk cId="1065647969" sldId="2147483663"/>
              <pc:sldLayoutMk cId="4005681783" sldId="2147483671"/>
              <ac:spMk id="71" creationId="{00000000-0000-0000-0000-000000000000}"/>
            </ac:spMkLst>
          </pc:spChg>
          <pc:picChg chg="mod">
            <ac:chgData name="ADE PUTERA KEMALA" userId="ae082dc6-986d-44c2-b903-255a692f1bc4" providerId="ADAL" clId="{3810AC8B-24CF-496F-9BE7-CC58DA6B508B}" dt="2023-08-02T08:39:36.074" v="644"/>
            <ac:picMkLst>
              <pc:docMk/>
              <pc:sldMasterMk cId="1065647969" sldId="2147483663"/>
              <pc:sldLayoutMk cId="4005681783" sldId="2147483671"/>
              <ac:picMk id="2" creationId="{F4F98E9C-690F-D5B2-6A0E-CA43C8C26AB9}"/>
            </ac:picMkLst>
          </pc:picChg>
          <pc:picChg chg="mod">
            <ac:chgData name="ADE PUTERA KEMALA" userId="ae082dc6-986d-44c2-b903-255a692f1bc4" providerId="ADAL" clId="{3810AC8B-24CF-496F-9BE7-CC58DA6B508B}" dt="2023-08-02T08:39:36.074" v="644"/>
            <ac:picMkLst>
              <pc:docMk/>
              <pc:sldMasterMk cId="1065647969" sldId="2147483663"/>
              <pc:sldLayoutMk cId="4005681783" sldId="2147483671"/>
              <ac:picMk id="5" creationId="{4290823B-2698-F44F-82ED-3153CB051CA0}"/>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3706146555" sldId="2147483672"/>
          </pc:sldLayoutMkLst>
          <pc:spChg chg="mod">
            <ac:chgData name="ADE PUTERA KEMALA" userId="ae082dc6-986d-44c2-b903-255a692f1bc4" providerId="ADAL" clId="{3810AC8B-24CF-496F-9BE7-CC58DA6B508B}" dt="2023-08-02T08:39:36.074" v="644"/>
            <ac:spMkLst>
              <pc:docMk/>
              <pc:sldMasterMk cId="1065647969" sldId="2147483663"/>
              <pc:sldLayoutMk cId="3706146555" sldId="2147483672"/>
              <ac:spMk id="8" creationId="{B6B9E9EC-92F4-2943-BCEE-A17DD1A638A8}"/>
            </ac:spMkLst>
          </pc:spChg>
          <pc:spChg chg="mod">
            <ac:chgData name="ADE PUTERA KEMALA" userId="ae082dc6-986d-44c2-b903-255a692f1bc4" providerId="ADAL" clId="{3810AC8B-24CF-496F-9BE7-CC58DA6B508B}" dt="2023-08-02T08:39:36.074" v="644"/>
            <ac:spMkLst>
              <pc:docMk/>
              <pc:sldMasterMk cId="1065647969" sldId="2147483663"/>
              <pc:sldLayoutMk cId="3706146555" sldId="2147483672"/>
              <ac:spMk id="71" creationId="{00000000-0000-0000-0000-000000000000}"/>
            </ac:spMkLst>
          </pc:spChg>
          <pc:picChg chg="mod">
            <ac:chgData name="ADE PUTERA KEMALA" userId="ae082dc6-986d-44c2-b903-255a692f1bc4" providerId="ADAL" clId="{3810AC8B-24CF-496F-9BE7-CC58DA6B508B}" dt="2023-08-02T08:39:36.074" v="644"/>
            <ac:picMkLst>
              <pc:docMk/>
              <pc:sldMasterMk cId="1065647969" sldId="2147483663"/>
              <pc:sldLayoutMk cId="3706146555" sldId="2147483672"/>
              <ac:picMk id="2" creationId="{8EEBA59A-5DC7-987B-985C-E7F05D80D330}"/>
            </ac:picMkLst>
          </pc:picChg>
          <pc:picChg chg="mod">
            <ac:chgData name="ADE PUTERA KEMALA" userId="ae082dc6-986d-44c2-b903-255a692f1bc4" providerId="ADAL" clId="{3810AC8B-24CF-496F-9BE7-CC58DA6B508B}" dt="2023-08-02T08:39:36.074" v="644"/>
            <ac:picMkLst>
              <pc:docMk/>
              <pc:sldMasterMk cId="1065647969" sldId="2147483663"/>
              <pc:sldLayoutMk cId="3706146555" sldId="2147483672"/>
              <ac:picMk id="5" creationId="{4290823B-2698-F44F-82ED-3153CB051CA0}"/>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1077639142" sldId="2147483673"/>
          </pc:sldLayoutMkLst>
          <pc:spChg chg="mod">
            <ac:chgData name="ADE PUTERA KEMALA" userId="ae082dc6-986d-44c2-b903-255a692f1bc4" providerId="ADAL" clId="{3810AC8B-24CF-496F-9BE7-CC58DA6B508B}" dt="2023-08-02T08:39:36.074" v="644"/>
            <ac:spMkLst>
              <pc:docMk/>
              <pc:sldMasterMk cId="1065647969" sldId="2147483663"/>
              <pc:sldLayoutMk cId="1077639142" sldId="2147483673"/>
              <ac:spMk id="10" creationId="{3B0134B8-92DD-5A47-83ED-ED2B1DC0A2FA}"/>
            </ac:spMkLst>
          </pc:spChg>
          <pc:spChg chg="mod">
            <ac:chgData name="ADE PUTERA KEMALA" userId="ae082dc6-986d-44c2-b903-255a692f1bc4" providerId="ADAL" clId="{3810AC8B-24CF-496F-9BE7-CC58DA6B508B}" dt="2023-08-02T08:39:36.074" v="644"/>
            <ac:spMkLst>
              <pc:docMk/>
              <pc:sldMasterMk cId="1065647969" sldId="2147483663"/>
              <pc:sldLayoutMk cId="1077639142" sldId="2147483673"/>
              <ac:spMk id="71" creationId="{00000000-0000-0000-0000-000000000000}"/>
            </ac:spMkLst>
          </pc:spChg>
          <pc:picChg chg="mod">
            <ac:chgData name="ADE PUTERA KEMALA" userId="ae082dc6-986d-44c2-b903-255a692f1bc4" providerId="ADAL" clId="{3810AC8B-24CF-496F-9BE7-CC58DA6B508B}" dt="2023-08-02T08:39:36.074" v="644"/>
            <ac:picMkLst>
              <pc:docMk/>
              <pc:sldMasterMk cId="1065647969" sldId="2147483663"/>
              <pc:sldLayoutMk cId="1077639142" sldId="2147483673"/>
              <ac:picMk id="2" creationId="{40722D20-F203-A321-C13A-3A85A24C3C30}"/>
            </ac:picMkLst>
          </pc:picChg>
          <pc:picChg chg="mod">
            <ac:chgData name="ADE PUTERA KEMALA" userId="ae082dc6-986d-44c2-b903-255a692f1bc4" providerId="ADAL" clId="{3810AC8B-24CF-496F-9BE7-CC58DA6B508B}" dt="2023-08-02T08:39:36.074" v="644"/>
            <ac:picMkLst>
              <pc:docMk/>
              <pc:sldMasterMk cId="1065647969" sldId="2147483663"/>
              <pc:sldLayoutMk cId="1077639142" sldId="2147483673"/>
              <ac:picMk id="5" creationId="{4290823B-2698-F44F-82ED-3153CB051CA0}"/>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185803672" sldId="2147483674"/>
          </pc:sldLayoutMkLst>
          <pc:spChg chg="mod">
            <ac:chgData name="ADE PUTERA KEMALA" userId="ae082dc6-986d-44c2-b903-255a692f1bc4" providerId="ADAL" clId="{3810AC8B-24CF-496F-9BE7-CC58DA6B508B}" dt="2023-08-02T08:39:36.074" v="644"/>
            <ac:spMkLst>
              <pc:docMk/>
              <pc:sldMasterMk cId="1065647969" sldId="2147483663"/>
              <pc:sldLayoutMk cId="185803672" sldId="2147483674"/>
              <ac:spMk id="5" creationId="{E247E1DC-6698-D91F-6E0F-EE6AA5A0EE44}"/>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6" creationId="{E4546BDD-E691-E2BA-47E5-B549A7229C89}"/>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8" creationId="{260AF2BE-EDAA-B7C2-8580-AB1ACF70EF35}"/>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9" creationId="{0EC36AFE-3A01-B3EC-7E28-B8F97B900365}"/>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10" creationId="{0CE21BA8-841F-EE46-90AB-358900DBBA45}"/>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11" creationId="{CE84B4FD-950C-7E7E-B32E-0106A01D53C4}"/>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12" creationId="{3B266147-1D67-88E4-9FE7-F833346E464A}"/>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14" creationId="{080221CE-1DAF-B881-9928-5F7152658A68}"/>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15" creationId="{6248EF39-489B-0AB6-1C39-97964F6585CC}"/>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16" creationId="{E37917F2-61C0-8B23-0D87-2AA3EEB8377A}"/>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17" creationId="{3F0C4EB7-81AE-6D10-33F3-83A99AC2F3BA}"/>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18" creationId="{043113C8-679B-440C-38CF-27CC1A6FF3A6}"/>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21" creationId="{86AB40C6-E41E-9F54-5391-1B969D0CD911}"/>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26" creationId="{769ADC5F-7856-93FC-73B6-D0FD6CF171F7}"/>
            </ac:spMkLst>
          </pc:spChg>
          <pc:spChg chg="mod">
            <ac:chgData name="ADE PUTERA KEMALA" userId="ae082dc6-986d-44c2-b903-255a692f1bc4" providerId="ADAL" clId="{3810AC8B-24CF-496F-9BE7-CC58DA6B508B}" dt="2023-08-02T08:39:36.074" v="644"/>
            <ac:spMkLst>
              <pc:docMk/>
              <pc:sldMasterMk cId="1065647969" sldId="2147483663"/>
              <pc:sldLayoutMk cId="185803672" sldId="2147483674"/>
              <ac:spMk id="29" creationId="{00A99FD3-8026-DED8-6415-E6F86A722F09}"/>
            </ac:spMkLst>
          </pc:spChg>
          <pc:picChg chg="mod">
            <ac:chgData name="ADE PUTERA KEMALA" userId="ae082dc6-986d-44c2-b903-255a692f1bc4" providerId="ADAL" clId="{3810AC8B-24CF-496F-9BE7-CC58DA6B508B}" dt="2023-08-02T08:39:36.074" v="644"/>
            <ac:picMkLst>
              <pc:docMk/>
              <pc:sldMasterMk cId="1065647969" sldId="2147483663"/>
              <pc:sldLayoutMk cId="185803672" sldId="2147483674"/>
              <ac:picMk id="2" creationId="{A7BDDA7B-8679-2A96-DA58-9B50735EAFF4}"/>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971028986" sldId="2147483675"/>
          </pc:sldLayoutMkLst>
          <pc:spChg chg="mod">
            <ac:chgData name="ADE PUTERA KEMALA" userId="ae082dc6-986d-44c2-b903-255a692f1bc4" providerId="ADAL" clId="{3810AC8B-24CF-496F-9BE7-CC58DA6B508B}" dt="2023-08-02T08:39:36.074" v="644"/>
            <ac:spMkLst>
              <pc:docMk/>
              <pc:sldMasterMk cId="1065647969" sldId="2147483663"/>
              <pc:sldLayoutMk cId="971028986" sldId="2147483675"/>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971028986" sldId="2147483675"/>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971028986" sldId="2147483675"/>
              <ac:spMk id="99" creationId="{5B500D99-BCA8-5A47-AC2D-7A5DFB585C9A}"/>
            </ac:spMkLst>
          </pc:spChg>
          <pc:spChg chg="mod">
            <ac:chgData name="ADE PUTERA KEMALA" userId="ae082dc6-986d-44c2-b903-255a692f1bc4" providerId="ADAL" clId="{3810AC8B-24CF-496F-9BE7-CC58DA6B508B}" dt="2023-08-02T08:39:36.074" v="644"/>
            <ac:spMkLst>
              <pc:docMk/>
              <pc:sldMasterMk cId="1065647969" sldId="2147483663"/>
              <pc:sldLayoutMk cId="971028986" sldId="2147483675"/>
              <ac:spMk id="104" creationId="{A238D5AC-1068-5240-9AFA-91BA1250D945}"/>
            </ac:spMkLst>
          </pc:spChg>
          <pc:picChg chg="mod">
            <ac:chgData name="ADE PUTERA KEMALA" userId="ae082dc6-986d-44c2-b903-255a692f1bc4" providerId="ADAL" clId="{3810AC8B-24CF-496F-9BE7-CC58DA6B508B}" dt="2023-08-02T08:39:36.074" v="644"/>
            <ac:picMkLst>
              <pc:docMk/>
              <pc:sldMasterMk cId="1065647969" sldId="2147483663"/>
              <pc:sldLayoutMk cId="971028986" sldId="2147483675"/>
              <ac:picMk id="2" creationId="{F2C79DE9-4AFD-C17C-6D01-10CB5913C734}"/>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3042499847" sldId="2147483676"/>
          </pc:sldLayoutMkLst>
          <pc:spChg chg="mod">
            <ac:chgData name="ADE PUTERA KEMALA" userId="ae082dc6-986d-44c2-b903-255a692f1bc4" providerId="ADAL" clId="{3810AC8B-24CF-496F-9BE7-CC58DA6B508B}" dt="2023-08-02T08:39:36.074" v="644"/>
            <ac:spMkLst>
              <pc:docMk/>
              <pc:sldMasterMk cId="1065647969" sldId="2147483663"/>
              <pc:sldLayoutMk cId="3042499847" sldId="2147483676"/>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3042499847" sldId="2147483676"/>
              <ac:spMk id="5" creationId="{D2A636C9-947E-150D-EB07-22919761FA60}"/>
            </ac:spMkLst>
          </pc:spChg>
          <pc:spChg chg="mod">
            <ac:chgData name="ADE PUTERA KEMALA" userId="ae082dc6-986d-44c2-b903-255a692f1bc4" providerId="ADAL" clId="{3810AC8B-24CF-496F-9BE7-CC58DA6B508B}" dt="2023-08-02T08:39:36.074" v="644"/>
            <ac:spMkLst>
              <pc:docMk/>
              <pc:sldMasterMk cId="1065647969" sldId="2147483663"/>
              <pc:sldLayoutMk cId="3042499847" sldId="2147483676"/>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3042499847" sldId="2147483676"/>
              <ac:spMk id="25" creationId="{0C2D7F5C-BD73-5445-9E3A-82A31E22F625}"/>
            </ac:spMkLst>
          </pc:spChg>
          <pc:spChg chg="mod">
            <ac:chgData name="ADE PUTERA KEMALA" userId="ae082dc6-986d-44c2-b903-255a692f1bc4" providerId="ADAL" clId="{3810AC8B-24CF-496F-9BE7-CC58DA6B508B}" dt="2023-08-02T08:39:36.074" v="644"/>
            <ac:spMkLst>
              <pc:docMk/>
              <pc:sldMasterMk cId="1065647969" sldId="2147483663"/>
              <pc:sldLayoutMk cId="3042499847" sldId="2147483676"/>
              <ac:spMk id="26" creationId="{25FCA52D-C087-3347-A5F3-54D623B2115B}"/>
            </ac:spMkLst>
          </pc:spChg>
          <pc:spChg chg="mod">
            <ac:chgData name="ADE PUTERA KEMALA" userId="ae082dc6-986d-44c2-b903-255a692f1bc4" providerId="ADAL" clId="{3810AC8B-24CF-496F-9BE7-CC58DA6B508B}" dt="2023-08-02T08:39:36.074" v="644"/>
            <ac:spMkLst>
              <pc:docMk/>
              <pc:sldMasterMk cId="1065647969" sldId="2147483663"/>
              <pc:sldLayoutMk cId="3042499847" sldId="2147483676"/>
              <ac:spMk id="27" creationId="{F4A212B9-DBD9-E746-BAFB-9234B89096E8}"/>
            </ac:spMkLst>
          </pc:spChg>
          <pc:spChg chg="mod">
            <ac:chgData name="ADE PUTERA KEMALA" userId="ae082dc6-986d-44c2-b903-255a692f1bc4" providerId="ADAL" clId="{3810AC8B-24CF-496F-9BE7-CC58DA6B508B}" dt="2023-08-02T08:39:36.074" v="644"/>
            <ac:spMkLst>
              <pc:docMk/>
              <pc:sldMasterMk cId="1065647969" sldId="2147483663"/>
              <pc:sldLayoutMk cId="3042499847" sldId="2147483676"/>
              <ac:spMk id="28" creationId="{3A552A97-F867-374E-B40D-BD84D808047E}"/>
            </ac:spMkLst>
          </pc:spChg>
          <pc:spChg chg="mod">
            <ac:chgData name="ADE PUTERA KEMALA" userId="ae082dc6-986d-44c2-b903-255a692f1bc4" providerId="ADAL" clId="{3810AC8B-24CF-496F-9BE7-CC58DA6B508B}" dt="2023-08-02T08:39:36.074" v="644"/>
            <ac:spMkLst>
              <pc:docMk/>
              <pc:sldMasterMk cId="1065647969" sldId="2147483663"/>
              <pc:sldLayoutMk cId="3042499847" sldId="2147483676"/>
              <ac:spMk id="29" creationId="{DB283EA2-01A0-334D-8038-2E3190C1B2B9}"/>
            </ac:spMkLst>
          </pc:spChg>
          <pc:spChg chg="mod">
            <ac:chgData name="ADE PUTERA KEMALA" userId="ae082dc6-986d-44c2-b903-255a692f1bc4" providerId="ADAL" clId="{3810AC8B-24CF-496F-9BE7-CC58DA6B508B}" dt="2023-08-02T08:39:36.074" v="644"/>
            <ac:spMkLst>
              <pc:docMk/>
              <pc:sldMasterMk cId="1065647969" sldId="2147483663"/>
              <pc:sldLayoutMk cId="3042499847" sldId="2147483676"/>
              <ac:spMk id="30" creationId="{B5710E30-F50B-2E47-A284-AB9A73F6AB8F}"/>
            </ac:spMkLst>
          </pc:spChg>
          <pc:picChg chg="mod">
            <ac:chgData name="ADE PUTERA KEMALA" userId="ae082dc6-986d-44c2-b903-255a692f1bc4" providerId="ADAL" clId="{3810AC8B-24CF-496F-9BE7-CC58DA6B508B}" dt="2023-08-02T08:39:36.074" v="644"/>
            <ac:picMkLst>
              <pc:docMk/>
              <pc:sldMasterMk cId="1065647969" sldId="2147483663"/>
              <pc:sldLayoutMk cId="3042499847" sldId="2147483676"/>
              <ac:picMk id="2" creationId="{07CBA874-2A87-342A-D528-C2660A034B15}"/>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2319518047" sldId="2147483677"/>
          </pc:sldLayoutMkLst>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2" creationId="{01B89336-F494-2062-ED79-0A44623AD4C4}"/>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4" creationId="{8F28C692-0EE9-7D99-17B4-3313049F0A01}"/>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5" creationId="{3A325C97-8FC1-69A4-76A6-9BFCCE62D08F}"/>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8" creationId="{DCFF0438-821D-3C18-6D61-1BD73A4DC167}"/>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10" creationId="{1BC35716-81E4-A54F-3272-89DAA37CF79D}"/>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14" creationId="{6D587B62-738C-1BE8-E775-FC6EC9D2556E}"/>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17" creationId="{651AEE51-4476-0347-EE71-4727AC7D90CC}"/>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19" creationId="{C8DF8073-7CBE-78F8-385D-33EC70507F81}"/>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23" creationId="{5D06E93C-E9EF-DAD7-BDE3-8DDAB05CDF90}"/>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24" creationId="{AB64C3FA-E7EC-73CE-DEC9-E0D1DACCC92F}"/>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25" creationId="{0C2D7F5C-BD73-5445-9E3A-82A31E22F625}"/>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31" creationId="{1B745795-7EE3-42BF-EDBE-49D4FAD835F5}"/>
            </ac:spMkLst>
          </pc:spChg>
          <pc:spChg chg="mod">
            <ac:chgData name="ADE PUTERA KEMALA" userId="ae082dc6-986d-44c2-b903-255a692f1bc4" providerId="ADAL" clId="{3810AC8B-24CF-496F-9BE7-CC58DA6B508B}" dt="2023-08-02T08:39:36.074" v="644"/>
            <ac:spMkLst>
              <pc:docMk/>
              <pc:sldMasterMk cId="1065647969" sldId="2147483663"/>
              <pc:sldLayoutMk cId="2319518047" sldId="2147483677"/>
              <ac:spMk id="33" creationId="{0AE76436-839B-BF36-E19E-893653562EA3}"/>
            </ac:spMkLst>
          </pc:spChg>
          <pc:picChg chg="mod">
            <ac:chgData name="ADE PUTERA KEMALA" userId="ae082dc6-986d-44c2-b903-255a692f1bc4" providerId="ADAL" clId="{3810AC8B-24CF-496F-9BE7-CC58DA6B508B}" dt="2023-08-02T08:39:36.074" v="644"/>
            <ac:picMkLst>
              <pc:docMk/>
              <pc:sldMasterMk cId="1065647969" sldId="2147483663"/>
              <pc:sldLayoutMk cId="2319518047" sldId="2147483677"/>
              <ac:picMk id="6" creationId="{9A703794-B39A-7A69-54AC-AFD888C8CB46}"/>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3897274429" sldId="2147483678"/>
          </pc:sldLayoutMkLst>
          <pc:spChg chg="mod">
            <ac:chgData name="ADE PUTERA KEMALA" userId="ae082dc6-986d-44c2-b903-255a692f1bc4" providerId="ADAL" clId="{3810AC8B-24CF-496F-9BE7-CC58DA6B508B}" dt="2023-08-02T08:39:36.074" v="644"/>
            <ac:spMkLst>
              <pc:docMk/>
              <pc:sldMasterMk cId="1065647969" sldId="2147483663"/>
              <pc:sldLayoutMk cId="3897274429" sldId="2147483678"/>
              <ac:spMk id="2" creationId="{95F33489-AE64-A520-339D-37FA55DCDDCD}"/>
            </ac:spMkLst>
          </pc:spChg>
          <pc:spChg chg="mod">
            <ac:chgData name="ADE PUTERA KEMALA" userId="ae082dc6-986d-44c2-b903-255a692f1bc4" providerId="ADAL" clId="{3810AC8B-24CF-496F-9BE7-CC58DA6B508B}" dt="2023-08-02T08:39:36.074" v="644"/>
            <ac:spMkLst>
              <pc:docMk/>
              <pc:sldMasterMk cId="1065647969" sldId="2147483663"/>
              <pc:sldLayoutMk cId="3897274429" sldId="2147483678"/>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3897274429" sldId="2147483678"/>
              <ac:spMk id="6" creationId="{313C6146-DC72-7FB3-6375-B120A24C107F}"/>
            </ac:spMkLst>
          </pc:spChg>
          <pc:spChg chg="mod">
            <ac:chgData name="ADE PUTERA KEMALA" userId="ae082dc6-986d-44c2-b903-255a692f1bc4" providerId="ADAL" clId="{3810AC8B-24CF-496F-9BE7-CC58DA6B508B}" dt="2023-08-02T08:39:36.074" v="644"/>
            <ac:spMkLst>
              <pc:docMk/>
              <pc:sldMasterMk cId="1065647969" sldId="2147483663"/>
              <pc:sldLayoutMk cId="3897274429" sldId="2147483678"/>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3897274429" sldId="2147483678"/>
              <ac:spMk id="27" creationId="{F4A212B9-DBD9-E746-BAFB-9234B89096E8}"/>
            </ac:spMkLst>
          </pc:spChg>
          <pc:spChg chg="mod">
            <ac:chgData name="ADE PUTERA KEMALA" userId="ae082dc6-986d-44c2-b903-255a692f1bc4" providerId="ADAL" clId="{3810AC8B-24CF-496F-9BE7-CC58DA6B508B}" dt="2023-08-02T08:39:36.074" v="644"/>
            <ac:spMkLst>
              <pc:docMk/>
              <pc:sldMasterMk cId="1065647969" sldId="2147483663"/>
              <pc:sldLayoutMk cId="3897274429" sldId="2147483678"/>
              <ac:spMk id="34" creationId="{199BEEEC-0D44-544B-A30D-8F854BF4A1E2}"/>
            </ac:spMkLst>
          </pc:spChg>
          <pc:picChg chg="mod">
            <ac:chgData name="ADE PUTERA KEMALA" userId="ae082dc6-986d-44c2-b903-255a692f1bc4" providerId="ADAL" clId="{3810AC8B-24CF-496F-9BE7-CC58DA6B508B}" dt="2023-08-02T08:39:36.074" v="644"/>
            <ac:picMkLst>
              <pc:docMk/>
              <pc:sldMasterMk cId="1065647969" sldId="2147483663"/>
              <pc:sldLayoutMk cId="3897274429" sldId="2147483678"/>
              <ac:picMk id="4" creationId="{64D25C93-1B77-566C-CD32-E4AC841F19C1}"/>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2776382848" sldId="2147483679"/>
          </pc:sldLayoutMkLst>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2" creationId="{28F252AD-5DE4-7070-6059-31CB6E8E15CC}"/>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4" creationId="{E68A1B27-C10C-399D-6C52-E0B8F062FF6D}"/>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16" creationId="{9B267469-4390-8C92-5D06-4DA338A102E6}"/>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25" creationId="{FC4F9637-2BA1-E3F7-1599-2295EF076CCC}"/>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26" creationId="{47270689-CD03-86EE-AD4E-701F61CD37A1}"/>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28" creationId="{B5939A4B-8504-2C32-E90E-9DA4843EF0EF}"/>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29" creationId="{44D6C0A8-7DC7-6F84-E472-8E0CA423C51E}"/>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30" creationId="{F6BCDD7A-9667-FF15-DEDB-20C0D431E0A3}"/>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31" creationId="{6ADBE3FB-D313-E2BC-715C-D8600CF8BD21}"/>
            </ac:spMkLst>
          </pc:spChg>
          <pc:spChg chg="mod">
            <ac:chgData name="ADE PUTERA KEMALA" userId="ae082dc6-986d-44c2-b903-255a692f1bc4" providerId="ADAL" clId="{3810AC8B-24CF-496F-9BE7-CC58DA6B508B}" dt="2023-08-02T08:39:36.074" v="644"/>
            <ac:spMkLst>
              <pc:docMk/>
              <pc:sldMasterMk cId="1065647969" sldId="2147483663"/>
              <pc:sldLayoutMk cId="2776382848" sldId="2147483679"/>
              <ac:spMk id="32" creationId="{A79FD328-17AF-2BB2-5730-3D5CA0EE9704}"/>
            </ac:spMkLst>
          </pc:spChg>
          <pc:picChg chg="mod">
            <ac:chgData name="ADE PUTERA KEMALA" userId="ae082dc6-986d-44c2-b903-255a692f1bc4" providerId="ADAL" clId="{3810AC8B-24CF-496F-9BE7-CC58DA6B508B}" dt="2023-08-02T08:39:36.074" v="644"/>
            <ac:picMkLst>
              <pc:docMk/>
              <pc:sldMasterMk cId="1065647969" sldId="2147483663"/>
              <pc:sldLayoutMk cId="2776382848" sldId="2147483679"/>
              <ac:picMk id="7" creationId="{08A923CA-0AF7-7160-B581-2CACED786620}"/>
            </ac:picMkLst>
          </pc:picChg>
          <pc:picChg chg="mod">
            <ac:chgData name="ADE PUTERA KEMALA" userId="ae082dc6-986d-44c2-b903-255a692f1bc4" providerId="ADAL" clId="{3810AC8B-24CF-496F-9BE7-CC58DA6B508B}" dt="2023-08-02T08:39:36.074" v="644"/>
            <ac:picMkLst>
              <pc:docMk/>
              <pc:sldMasterMk cId="1065647969" sldId="2147483663"/>
              <pc:sldLayoutMk cId="2776382848" sldId="2147483679"/>
              <ac:picMk id="20" creationId="{717E632E-7C2D-8BE2-BA0D-FBA56ED592A2}"/>
            </ac:picMkLst>
          </pc:picChg>
          <pc:picChg chg="mod">
            <ac:chgData name="ADE PUTERA KEMALA" userId="ae082dc6-986d-44c2-b903-255a692f1bc4" providerId="ADAL" clId="{3810AC8B-24CF-496F-9BE7-CC58DA6B508B}" dt="2023-08-02T08:39:36.074" v="644"/>
            <ac:picMkLst>
              <pc:docMk/>
              <pc:sldMasterMk cId="1065647969" sldId="2147483663"/>
              <pc:sldLayoutMk cId="2776382848" sldId="2147483679"/>
              <ac:picMk id="22" creationId="{CCE4C43E-15B3-15EB-CF11-EB3378A3CEF1}"/>
            </ac:picMkLst>
          </pc:picChg>
          <pc:picChg chg="mod">
            <ac:chgData name="ADE PUTERA KEMALA" userId="ae082dc6-986d-44c2-b903-255a692f1bc4" providerId="ADAL" clId="{3810AC8B-24CF-496F-9BE7-CC58DA6B508B}" dt="2023-08-02T08:39:36.074" v="644"/>
            <ac:picMkLst>
              <pc:docMk/>
              <pc:sldMasterMk cId="1065647969" sldId="2147483663"/>
              <pc:sldLayoutMk cId="2776382848" sldId="2147483679"/>
              <ac:picMk id="24" creationId="{0445AAA4-0C9A-80AB-86CE-F91A16FFC29C}"/>
            </ac:picMkLst>
          </pc:picChg>
          <pc:picChg chg="mod">
            <ac:chgData name="ADE PUTERA KEMALA" userId="ae082dc6-986d-44c2-b903-255a692f1bc4" providerId="ADAL" clId="{3810AC8B-24CF-496F-9BE7-CC58DA6B508B}" dt="2023-08-02T08:39:36.074" v="644"/>
            <ac:picMkLst>
              <pc:docMk/>
              <pc:sldMasterMk cId="1065647969" sldId="2147483663"/>
              <pc:sldLayoutMk cId="2776382848" sldId="2147483679"/>
              <ac:picMk id="35" creationId="{CB7D00AA-1C33-1508-6057-E10BDF964F0D}"/>
            </ac:picMkLst>
          </pc:picChg>
          <pc:cxnChg chg="mod">
            <ac:chgData name="ADE PUTERA KEMALA" userId="ae082dc6-986d-44c2-b903-255a692f1bc4" providerId="ADAL" clId="{3810AC8B-24CF-496F-9BE7-CC58DA6B508B}" dt="2023-08-02T08:39:36.074" v="644"/>
            <ac:cxnSpMkLst>
              <pc:docMk/>
              <pc:sldMasterMk cId="1065647969" sldId="2147483663"/>
              <pc:sldLayoutMk cId="2776382848" sldId="2147483679"/>
              <ac:cxnSpMk id="8" creationId="{9AE1FE12-D6E7-CC76-3FE4-BC8F0EC78DF0}"/>
            </ac:cxnSpMkLst>
          </pc:cxnChg>
          <pc:cxnChg chg="mod">
            <ac:chgData name="ADE PUTERA KEMALA" userId="ae082dc6-986d-44c2-b903-255a692f1bc4" providerId="ADAL" clId="{3810AC8B-24CF-496F-9BE7-CC58DA6B508B}" dt="2023-08-02T08:39:36.074" v="644"/>
            <ac:cxnSpMkLst>
              <pc:docMk/>
              <pc:sldMasterMk cId="1065647969" sldId="2147483663"/>
              <pc:sldLayoutMk cId="2776382848" sldId="2147483679"/>
              <ac:cxnSpMk id="18" creationId="{4945EE12-0322-D3C6-8589-1B9554503365}"/>
            </ac:cxnSpMkLst>
          </pc:cxnChg>
        </pc:sldLayoutChg>
        <pc:sldLayoutChg chg="modSp">
          <pc:chgData name="ADE PUTERA KEMALA" userId="ae082dc6-986d-44c2-b903-255a692f1bc4" providerId="ADAL" clId="{3810AC8B-24CF-496F-9BE7-CC58DA6B508B}" dt="2023-08-02T08:39:36.074" v="644"/>
          <pc:sldLayoutMkLst>
            <pc:docMk/>
            <pc:sldMasterMk cId="1065647969" sldId="2147483663"/>
            <pc:sldLayoutMk cId="2089902686" sldId="2147483680"/>
          </pc:sldLayoutMkLst>
          <pc:spChg chg="mod">
            <ac:chgData name="ADE PUTERA KEMALA" userId="ae082dc6-986d-44c2-b903-255a692f1bc4" providerId="ADAL" clId="{3810AC8B-24CF-496F-9BE7-CC58DA6B508B}" dt="2023-08-02T08:39:36.074" v="644"/>
            <ac:spMkLst>
              <pc:docMk/>
              <pc:sldMasterMk cId="1065647969" sldId="2147483663"/>
              <pc:sldLayoutMk cId="2089902686" sldId="2147483680"/>
              <ac:spMk id="2" creationId="{F55631E8-C878-10B3-37B6-B446CE8244F9}"/>
            </ac:spMkLst>
          </pc:spChg>
          <pc:spChg chg="mod">
            <ac:chgData name="ADE PUTERA KEMALA" userId="ae082dc6-986d-44c2-b903-255a692f1bc4" providerId="ADAL" clId="{3810AC8B-24CF-496F-9BE7-CC58DA6B508B}" dt="2023-08-02T08:39:36.074" v="644"/>
            <ac:spMkLst>
              <pc:docMk/>
              <pc:sldMasterMk cId="1065647969" sldId="2147483663"/>
              <pc:sldLayoutMk cId="2089902686" sldId="2147483680"/>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2089902686" sldId="2147483680"/>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2089902686" sldId="2147483680"/>
              <ac:spMk id="16" creationId="{9B267469-4390-8C92-5D06-4DA338A102E6}"/>
            </ac:spMkLst>
          </pc:spChg>
          <pc:spChg chg="mod">
            <ac:chgData name="ADE PUTERA KEMALA" userId="ae082dc6-986d-44c2-b903-255a692f1bc4" providerId="ADAL" clId="{3810AC8B-24CF-496F-9BE7-CC58DA6B508B}" dt="2023-08-02T08:39:36.074" v="644"/>
            <ac:spMkLst>
              <pc:docMk/>
              <pc:sldMasterMk cId="1065647969" sldId="2147483663"/>
              <pc:sldLayoutMk cId="2089902686" sldId="2147483680"/>
              <ac:spMk id="30" creationId="{F6BCDD7A-9667-FF15-DEDB-20C0D431E0A3}"/>
            </ac:spMkLst>
          </pc:spChg>
          <pc:picChg chg="mod">
            <ac:chgData name="ADE PUTERA KEMALA" userId="ae082dc6-986d-44c2-b903-255a692f1bc4" providerId="ADAL" clId="{3810AC8B-24CF-496F-9BE7-CC58DA6B508B}" dt="2023-08-02T08:39:36.074" v="644"/>
            <ac:picMkLst>
              <pc:docMk/>
              <pc:sldMasterMk cId="1065647969" sldId="2147483663"/>
              <pc:sldLayoutMk cId="2089902686" sldId="2147483680"/>
              <ac:picMk id="4" creationId="{CE62FAA5-6C99-7043-5D20-4F0B7F8633F3}"/>
            </ac:picMkLst>
          </pc:picChg>
          <pc:picChg chg="mod">
            <ac:chgData name="ADE PUTERA KEMALA" userId="ae082dc6-986d-44c2-b903-255a692f1bc4" providerId="ADAL" clId="{3810AC8B-24CF-496F-9BE7-CC58DA6B508B}" dt="2023-08-02T08:39:36.074" v="644"/>
            <ac:picMkLst>
              <pc:docMk/>
              <pc:sldMasterMk cId="1065647969" sldId="2147483663"/>
              <pc:sldLayoutMk cId="2089902686" sldId="2147483680"/>
              <ac:picMk id="5" creationId="{EEEA3E7D-43D1-BB41-8C28-FEDBD7273D07}"/>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3940596468" sldId="2147483681"/>
          </pc:sldLayoutMkLst>
          <pc:spChg chg="mod">
            <ac:chgData name="ADE PUTERA KEMALA" userId="ae082dc6-986d-44c2-b903-255a692f1bc4" providerId="ADAL" clId="{3810AC8B-24CF-496F-9BE7-CC58DA6B508B}" dt="2023-08-02T08:39:36.074" v="644"/>
            <ac:spMkLst>
              <pc:docMk/>
              <pc:sldMasterMk cId="1065647969" sldId="2147483663"/>
              <pc:sldLayoutMk cId="3940596468" sldId="2147483681"/>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3940596468" sldId="2147483681"/>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3940596468" sldId="2147483681"/>
              <ac:spMk id="17" creationId="{57D6C136-B186-B244-9E34-B1B3CC503956}"/>
            </ac:spMkLst>
          </pc:spChg>
          <pc:spChg chg="mod">
            <ac:chgData name="ADE PUTERA KEMALA" userId="ae082dc6-986d-44c2-b903-255a692f1bc4" providerId="ADAL" clId="{3810AC8B-24CF-496F-9BE7-CC58DA6B508B}" dt="2023-08-02T08:39:36.074" v="644"/>
            <ac:spMkLst>
              <pc:docMk/>
              <pc:sldMasterMk cId="1065647969" sldId="2147483663"/>
              <pc:sldLayoutMk cId="3940596468" sldId="2147483681"/>
              <ac:spMk id="25" creationId="{0C2D7F5C-BD73-5445-9E3A-82A31E22F625}"/>
            </ac:spMkLst>
          </pc:spChg>
          <pc:spChg chg="mod">
            <ac:chgData name="ADE PUTERA KEMALA" userId="ae082dc6-986d-44c2-b903-255a692f1bc4" providerId="ADAL" clId="{3810AC8B-24CF-496F-9BE7-CC58DA6B508B}" dt="2023-08-02T08:39:36.074" v="644"/>
            <ac:spMkLst>
              <pc:docMk/>
              <pc:sldMasterMk cId="1065647969" sldId="2147483663"/>
              <pc:sldLayoutMk cId="3940596468" sldId="2147483681"/>
              <ac:spMk id="26" creationId="{25FCA52D-C087-3347-A5F3-54D623B2115B}"/>
            </ac:spMkLst>
          </pc:spChg>
          <pc:spChg chg="mod">
            <ac:chgData name="ADE PUTERA KEMALA" userId="ae082dc6-986d-44c2-b903-255a692f1bc4" providerId="ADAL" clId="{3810AC8B-24CF-496F-9BE7-CC58DA6B508B}" dt="2023-08-02T08:39:36.074" v="644"/>
            <ac:spMkLst>
              <pc:docMk/>
              <pc:sldMasterMk cId="1065647969" sldId="2147483663"/>
              <pc:sldLayoutMk cId="3940596468" sldId="2147483681"/>
              <ac:spMk id="33" creationId="{3520A367-5826-4047-8F6E-214336795336}"/>
            </ac:spMkLst>
          </pc:spChg>
          <pc:spChg chg="mod">
            <ac:chgData name="ADE PUTERA KEMALA" userId="ae082dc6-986d-44c2-b903-255a692f1bc4" providerId="ADAL" clId="{3810AC8B-24CF-496F-9BE7-CC58DA6B508B}" dt="2023-08-02T08:39:36.074" v="644"/>
            <ac:spMkLst>
              <pc:docMk/>
              <pc:sldMasterMk cId="1065647969" sldId="2147483663"/>
              <pc:sldLayoutMk cId="3940596468" sldId="2147483681"/>
              <ac:spMk id="34" creationId="{09A473F0-3B7E-704A-AA89-F4277FCB9971}"/>
            </ac:spMkLst>
          </pc:spChg>
          <pc:picChg chg="mod">
            <ac:chgData name="ADE PUTERA KEMALA" userId="ae082dc6-986d-44c2-b903-255a692f1bc4" providerId="ADAL" clId="{3810AC8B-24CF-496F-9BE7-CC58DA6B508B}" dt="2023-08-02T08:39:36.074" v="644"/>
            <ac:picMkLst>
              <pc:docMk/>
              <pc:sldMasterMk cId="1065647969" sldId="2147483663"/>
              <pc:sldLayoutMk cId="3940596468" sldId="2147483681"/>
              <ac:picMk id="2" creationId="{7BD28E23-B05B-27F7-5B39-9129277EE124}"/>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597925749" sldId="2147483682"/>
          </pc:sldLayoutMkLst>
          <pc:spChg chg="mod">
            <ac:chgData name="ADE PUTERA KEMALA" userId="ae082dc6-986d-44c2-b903-255a692f1bc4" providerId="ADAL" clId="{3810AC8B-24CF-496F-9BE7-CC58DA6B508B}" dt="2023-08-02T08:39:36.074" v="644"/>
            <ac:spMkLst>
              <pc:docMk/>
              <pc:sldMasterMk cId="1065647969" sldId="2147483663"/>
              <pc:sldLayoutMk cId="597925749" sldId="2147483682"/>
              <ac:spMk id="2" creationId="{450F1BD6-0F15-C34E-9F74-50970B5378D2}"/>
            </ac:spMkLst>
          </pc:spChg>
          <pc:spChg chg="mod">
            <ac:chgData name="ADE PUTERA KEMALA" userId="ae082dc6-986d-44c2-b903-255a692f1bc4" providerId="ADAL" clId="{3810AC8B-24CF-496F-9BE7-CC58DA6B508B}" dt="2023-08-02T08:39:36.074" v="644"/>
            <ac:spMkLst>
              <pc:docMk/>
              <pc:sldMasterMk cId="1065647969" sldId="2147483663"/>
              <pc:sldLayoutMk cId="597925749" sldId="2147483682"/>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597925749" sldId="2147483682"/>
              <ac:spMk id="4" creationId="{64D80AC6-9CFD-09B5-1CEF-F695884CCD02}"/>
            </ac:spMkLst>
          </pc:spChg>
          <pc:spChg chg="mod">
            <ac:chgData name="ADE PUTERA KEMALA" userId="ae082dc6-986d-44c2-b903-255a692f1bc4" providerId="ADAL" clId="{3810AC8B-24CF-496F-9BE7-CC58DA6B508B}" dt="2023-08-02T08:39:36.074" v="644"/>
            <ac:spMkLst>
              <pc:docMk/>
              <pc:sldMasterMk cId="1065647969" sldId="2147483663"/>
              <pc:sldLayoutMk cId="597925749" sldId="2147483682"/>
              <ac:spMk id="6" creationId="{DEA6CC15-DCB9-9ABD-A03B-8B586BD05B11}"/>
            </ac:spMkLst>
          </pc:spChg>
          <pc:spChg chg="mod">
            <ac:chgData name="ADE PUTERA KEMALA" userId="ae082dc6-986d-44c2-b903-255a692f1bc4" providerId="ADAL" clId="{3810AC8B-24CF-496F-9BE7-CC58DA6B508B}" dt="2023-08-02T08:39:36.074" v="644"/>
            <ac:spMkLst>
              <pc:docMk/>
              <pc:sldMasterMk cId="1065647969" sldId="2147483663"/>
              <pc:sldLayoutMk cId="597925749" sldId="2147483682"/>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597925749" sldId="2147483682"/>
              <ac:spMk id="20" creationId="{8597BD3B-4478-8A1D-BD26-1D9EFAA7FCF2}"/>
            </ac:spMkLst>
          </pc:spChg>
          <pc:picChg chg="mod">
            <ac:chgData name="ADE PUTERA KEMALA" userId="ae082dc6-986d-44c2-b903-255a692f1bc4" providerId="ADAL" clId="{3810AC8B-24CF-496F-9BE7-CC58DA6B508B}" dt="2023-08-02T08:39:36.074" v="644"/>
            <ac:picMkLst>
              <pc:docMk/>
              <pc:sldMasterMk cId="1065647969" sldId="2147483663"/>
              <pc:sldLayoutMk cId="597925749" sldId="2147483682"/>
              <ac:picMk id="5" creationId="{39A795C1-A678-59F7-F2CE-A32633731DCB}"/>
            </ac:picMkLst>
          </pc:picChg>
          <pc:picChg chg="mod">
            <ac:chgData name="ADE PUTERA KEMALA" userId="ae082dc6-986d-44c2-b903-255a692f1bc4" providerId="ADAL" clId="{3810AC8B-24CF-496F-9BE7-CC58DA6B508B}" dt="2023-08-02T08:39:36.074" v="644"/>
            <ac:picMkLst>
              <pc:docMk/>
              <pc:sldMasterMk cId="1065647969" sldId="2147483663"/>
              <pc:sldLayoutMk cId="597925749" sldId="2147483682"/>
              <ac:picMk id="9" creationId="{C6F9FEE2-3F55-6EBA-4F92-F43ABD638BA7}"/>
            </ac:picMkLst>
          </pc:picChg>
          <pc:picChg chg="mod">
            <ac:chgData name="ADE PUTERA KEMALA" userId="ae082dc6-986d-44c2-b903-255a692f1bc4" providerId="ADAL" clId="{3810AC8B-24CF-496F-9BE7-CC58DA6B508B}" dt="2023-08-02T08:39:36.074" v="644"/>
            <ac:picMkLst>
              <pc:docMk/>
              <pc:sldMasterMk cId="1065647969" sldId="2147483663"/>
              <pc:sldLayoutMk cId="597925749" sldId="2147483682"/>
              <ac:picMk id="11" creationId="{D6B829BF-9E0D-0105-F75C-8DDD429EFC01}"/>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2673103335" sldId="2147483683"/>
          </pc:sldLayoutMkLst>
          <pc:spChg chg="mod">
            <ac:chgData name="ADE PUTERA KEMALA" userId="ae082dc6-986d-44c2-b903-255a692f1bc4" providerId="ADAL" clId="{3810AC8B-24CF-496F-9BE7-CC58DA6B508B}" dt="2023-08-02T08:39:36.074" v="644"/>
            <ac:spMkLst>
              <pc:docMk/>
              <pc:sldMasterMk cId="1065647969" sldId="2147483663"/>
              <pc:sldLayoutMk cId="2673103335" sldId="2147483683"/>
              <ac:spMk id="2" creationId="{6D051288-6E3E-A95D-1377-4372C7DC1C4F}"/>
            </ac:spMkLst>
          </pc:spChg>
          <pc:spChg chg="mod">
            <ac:chgData name="ADE PUTERA KEMALA" userId="ae082dc6-986d-44c2-b903-255a692f1bc4" providerId="ADAL" clId="{3810AC8B-24CF-496F-9BE7-CC58DA6B508B}" dt="2023-08-02T08:39:36.074" v="644"/>
            <ac:spMkLst>
              <pc:docMk/>
              <pc:sldMasterMk cId="1065647969" sldId="2147483663"/>
              <pc:sldLayoutMk cId="2673103335" sldId="2147483683"/>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2673103335" sldId="2147483683"/>
              <ac:spMk id="12" creationId="{6A7F952E-8DC5-6A79-9AE3-813B3AE4D1F2}"/>
            </ac:spMkLst>
          </pc:spChg>
          <pc:spChg chg="mod">
            <ac:chgData name="ADE PUTERA KEMALA" userId="ae082dc6-986d-44c2-b903-255a692f1bc4" providerId="ADAL" clId="{3810AC8B-24CF-496F-9BE7-CC58DA6B508B}" dt="2023-08-02T08:39:36.074" v="644"/>
            <ac:spMkLst>
              <pc:docMk/>
              <pc:sldMasterMk cId="1065647969" sldId="2147483663"/>
              <pc:sldLayoutMk cId="2673103335" sldId="2147483683"/>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2673103335" sldId="2147483683"/>
              <ac:spMk id="14" creationId="{BA033C1D-E65C-08C9-F39B-80EFE57D65D8}"/>
            </ac:spMkLst>
          </pc:spChg>
          <pc:spChg chg="mod">
            <ac:chgData name="ADE PUTERA KEMALA" userId="ae082dc6-986d-44c2-b903-255a692f1bc4" providerId="ADAL" clId="{3810AC8B-24CF-496F-9BE7-CC58DA6B508B}" dt="2023-08-02T08:39:36.074" v="644"/>
            <ac:spMkLst>
              <pc:docMk/>
              <pc:sldMasterMk cId="1065647969" sldId="2147483663"/>
              <pc:sldLayoutMk cId="2673103335" sldId="2147483683"/>
              <ac:spMk id="23" creationId="{4D652F67-94A0-0840-AE16-55B87BEAF320}"/>
            </ac:spMkLst>
          </pc:spChg>
          <pc:picChg chg="mod">
            <ac:chgData name="ADE PUTERA KEMALA" userId="ae082dc6-986d-44c2-b903-255a692f1bc4" providerId="ADAL" clId="{3810AC8B-24CF-496F-9BE7-CC58DA6B508B}" dt="2023-08-02T08:39:36.074" v="644"/>
            <ac:picMkLst>
              <pc:docMk/>
              <pc:sldMasterMk cId="1065647969" sldId="2147483663"/>
              <pc:sldLayoutMk cId="2673103335" sldId="2147483683"/>
              <ac:picMk id="4" creationId="{3F4008AF-17B2-1560-3039-4C723BA0CB22}"/>
            </ac:picMkLst>
          </pc:picChg>
          <pc:picChg chg="mod">
            <ac:chgData name="ADE PUTERA KEMALA" userId="ae082dc6-986d-44c2-b903-255a692f1bc4" providerId="ADAL" clId="{3810AC8B-24CF-496F-9BE7-CC58DA6B508B}" dt="2023-08-02T08:39:36.074" v="644"/>
            <ac:picMkLst>
              <pc:docMk/>
              <pc:sldMasterMk cId="1065647969" sldId="2147483663"/>
              <pc:sldLayoutMk cId="2673103335" sldId="2147483683"/>
              <ac:picMk id="7" creationId="{13156DDE-55E0-C14A-879A-962B00D82A08}"/>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2098882408" sldId="2147483684"/>
          </pc:sldLayoutMkLst>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2" creationId="{FABE8965-C5C7-9C39-4D77-41321DCB42C7}"/>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3" creationId="{4C90E15E-9DC3-D24F-8189-931487225A46}"/>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4" creationId="{FA29A0C7-63A9-37AE-C36E-28D29DB1FC0C}"/>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8" creationId="{7A5EDB33-736C-0AA5-C7CD-BDFF535E7A9C}"/>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13" creationId="{F9A081F0-DCC0-4F43-B885-A177263AC1B5}"/>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16" creationId="{00BFA553-2EAA-7D5D-66A4-3CB0B3039A4F}"/>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19" creationId="{9A29247D-C253-CBDD-13EE-F16B85217807}"/>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20" creationId="{640D50B7-0BFF-E456-7675-C96913EC6D02}"/>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21" creationId="{A4EB9AD0-97D9-EA55-1897-8E787ACA18AD}"/>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22" creationId="{1FE4A142-7345-2F27-77AC-6B8D7F3BB8F0}"/>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24" creationId="{8ED258EB-0A79-0CC4-9AC5-E5BB65095D9B}"/>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25" creationId="{D7D34A3F-BE3B-171A-71BC-2F827D2C4C80}"/>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26" creationId="{3421587F-10AC-7EBE-6901-E1BA33DF8AE1}"/>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27" creationId="{B1FF3B0B-6113-DB9F-2F3C-96810CE90162}"/>
            </ac:spMkLst>
          </pc:spChg>
          <pc:spChg chg="mod">
            <ac:chgData name="ADE PUTERA KEMALA" userId="ae082dc6-986d-44c2-b903-255a692f1bc4" providerId="ADAL" clId="{3810AC8B-24CF-496F-9BE7-CC58DA6B508B}" dt="2023-08-02T08:39:36.074" v="644"/>
            <ac:spMkLst>
              <pc:docMk/>
              <pc:sldMasterMk cId="1065647969" sldId="2147483663"/>
              <pc:sldLayoutMk cId="2098882408" sldId="2147483684"/>
              <ac:spMk id="28" creationId="{1B78CB5C-262B-068C-9251-A2C3C592CF45}"/>
            </ac:spMkLst>
          </pc:spChg>
          <pc:picChg chg="mod">
            <ac:chgData name="ADE PUTERA KEMALA" userId="ae082dc6-986d-44c2-b903-255a692f1bc4" providerId="ADAL" clId="{3810AC8B-24CF-496F-9BE7-CC58DA6B508B}" dt="2023-08-02T08:39:36.074" v="644"/>
            <ac:picMkLst>
              <pc:docMk/>
              <pc:sldMasterMk cId="1065647969" sldId="2147483663"/>
              <pc:sldLayoutMk cId="2098882408" sldId="2147483684"/>
              <ac:picMk id="5" creationId="{A5BF6EF1-CFA9-A58C-D0E2-EFC77F0A6544}"/>
            </ac:picMkLst>
          </pc:picChg>
          <pc:picChg chg="mod">
            <ac:chgData name="ADE PUTERA KEMALA" userId="ae082dc6-986d-44c2-b903-255a692f1bc4" providerId="ADAL" clId="{3810AC8B-24CF-496F-9BE7-CC58DA6B508B}" dt="2023-08-02T08:39:36.074" v="644"/>
            <ac:picMkLst>
              <pc:docMk/>
              <pc:sldMasterMk cId="1065647969" sldId="2147483663"/>
              <pc:sldLayoutMk cId="2098882408" sldId="2147483684"/>
              <ac:picMk id="6" creationId="{5BCC09F5-BEFD-455C-0F2F-F18D468EC78F}"/>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3342073700" sldId="2147483685"/>
          </pc:sldLayoutMkLst>
          <pc:spChg chg="mod">
            <ac:chgData name="ADE PUTERA KEMALA" userId="ae082dc6-986d-44c2-b903-255a692f1bc4" providerId="ADAL" clId="{3810AC8B-24CF-496F-9BE7-CC58DA6B508B}" dt="2023-08-02T08:39:36.074" v="644"/>
            <ac:spMkLst>
              <pc:docMk/>
              <pc:sldMasterMk cId="1065647969" sldId="2147483663"/>
              <pc:sldLayoutMk cId="3342073700" sldId="2147483685"/>
              <ac:spMk id="8" creationId="{1D553A28-04FA-E944-90CB-BDB2AEBEA300}"/>
            </ac:spMkLst>
          </pc:spChg>
          <pc:spChg chg="mod">
            <ac:chgData name="ADE PUTERA KEMALA" userId="ae082dc6-986d-44c2-b903-255a692f1bc4" providerId="ADAL" clId="{3810AC8B-24CF-496F-9BE7-CC58DA6B508B}" dt="2023-08-02T08:39:36.074" v="644"/>
            <ac:spMkLst>
              <pc:docMk/>
              <pc:sldMasterMk cId="1065647969" sldId="2147483663"/>
              <pc:sldLayoutMk cId="3342073700" sldId="2147483685"/>
              <ac:spMk id="9" creationId="{A398922F-A33B-3C44-AAA1-709DF0A7FE30}"/>
            </ac:spMkLst>
          </pc:spChg>
          <pc:spChg chg="mod">
            <ac:chgData name="ADE PUTERA KEMALA" userId="ae082dc6-986d-44c2-b903-255a692f1bc4" providerId="ADAL" clId="{3810AC8B-24CF-496F-9BE7-CC58DA6B508B}" dt="2023-08-02T08:39:36.074" v="644"/>
            <ac:spMkLst>
              <pc:docMk/>
              <pc:sldMasterMk cId="1065647969" sldId="2147483663"/>
              <pc:sldLayoutMk cId="3342073700" sldId="2147483685"/>
              <ac:spMk id="13" creationId="{00000000-0000-0000-0000-000000000000}"/>
            </ac:spMkLst>
          </pc:spChg>
          <pc:spChg chg="mod">
            <ac:chgData name="ADE PUTERA KEMALA" userId="ae082dc6-986d-44c2-b903-255a692f1bc4" providerId="ADAL" clId="{3810AC8B-24CF-496F-9BE7-CC58DA6B508B}" dt="2023-08-02T08:39:36.074" v="644"/>
            <ac:spMkLst>
              <pc:docMk/>
              <pc:sldMasterMk cId="1065647969" sldId="2147483663"/>
              <pc:sldLayoutMk cId="3342073700" sldId="2147483685"/>
              <ac:spMk id="18" creationId="{15CBFADB-E6B3-9B4E-8320-314E3790EC2E}"/>
            </ac:spMkLst>
          </pc:spChg>
          <pc:spChg chg="mod">
            <ac:chgData name="ADE PUTERA KEMALA" userId="ae082dc6-986d-44c2-b903-255a692f1bc4" providerId="ADAL" clId="{3810AC8B-24CF-496F-9BE7-CC58DA6B508B}" dt="2023-08-02T08:39:36.074" v="644"/>
            <ac:spMkLst>
              <pc:docMk/>
              <pc:sldMasterMk cId="1065647969" sldId="2147483663"/>
              <pc:sldLayoutMk cId="3342073700" sldId="2147483685"/>
              <ac:spMk id="19" creationId="{9973D83C-1488-3E4C-B9DF-5608E0394C08}"/>
            </ac:spMkLst>
          </pc:spChg>
          <pc:picChg chg="mod">
            <ac:chgData name="ADE PUTERA KEMALA" userId="ae082dc6-986d-44c2-b903-255a692f1bc4" providerId="ADAL" clId="{3810AC8B-24CF-496F-9BE7-CC58DA6B508B}" dt="2023-08-02T08:39:36.074" v="644"/>
            <ac:picMkLst>
              <pc:docMk/>
              <pc:sldMasterMk cId="1065647969" sldId="2147483663"/>
              <pc:sldLayoutMk cId="3342073700" sldId="2147483685"/>
              <ac:picMk id="2" creationId="{C4995F2D-6472-91D6-94D4-E6E20D969685}"/>
            </ac:picMkLst>
          </pc:picChg>
          <pc:picChg chg="mod">
            <ac:chgData name="ADE PUTERA KEMALA" userId="ae082dc6-986d-44c2-b903-255a692f1bc4" providerId="ADAL" clId="{3810AC8B-24CF-496F-9BE7-CC58DA6B508B}" dt="2023-08-02T08:39:36.074" v="644"/>
            <ac:picMkLst>
              <pc:docMk/>
              <pc:sldMasterMk cId="1065647969" sldId="2147483663"/>
              <pc:sldLayoutMk cId="3342073700" sldId="2147483685"/>
              <ac:picMk id="6" creationId="{EB456242-AA88-DF45-9244-298FA0B8369B}"/>
            </ac:picMkLst>
          </pc:picChg>
        </pc:sldLayoutChg>
        <pc:sldLayoutChg chg="modSp">
          <pc:chgData name="ADE PUTERA KEMALA" userId="ae082dc6-986d-44c2-b903-255a692f1bc4" providerId="ADAL" clId="{3810AC8B-24CF-496F-9BE7-CC58DA6B508B}" dt="2023-08-02T08:39:36.074" v="644"/>
          <pc:sldLayoutMkLst>
            <pc:docMk/>
            <pc:sldMasterMk cId="1065647969" sldId="2147483663"/>
            <pc:sldLayoutMk cId="2566081856" sldId="2147483686"/>
          </pc:sldLayoutMkLst>
          <pc:spChg chg="mod">
            <ac:chgData name="ADE PUTERA KEMALA" userId="ae082dc6-986d-44c2-b903-255a692f1bc4" providerId="ADAL" clId="{3810AC8B-24CF-496F-9BE7-CC58DA6B508B}" dt="2023-08-02T08:39:36.074" v="644"/>
            <ac:spMkLst>
              <pc:docMk/>
              <pc:sldMasterMk cId="1065647969" sldId="2147483663"/>
              <pc:sldLayoutMk cId="2566081856" sldId="2147483686"/>
              <ac:spMk id="9" creationId="{A398922F-A33B-3C44-AAA1-709DF0A7FE30}"/>
            </ac:spMkLst>
          </pc:spChg>
          <pc:spChg chg="mod">
            <ac:chgData name="ADE PUTERA KEMALA" userId="ae082dc6-986d-44c2-b903-255a692f1bc4" providerId="ADAL" clId="{3810AC8B-24CF-496F-9BE7-CC58DA6B508B}" dt="2023-08-02T08:39:36.074" v="644"/>
            <ac:spMkLst>
              <pc:docMk/>
              <pc:sldMasterMk cId="1065647969" sldId="2147483663"/>
              <pc:sldLayoutMk cId="2566081856" sldId="2147483686"/>
              <ac:spMk id="10" creationId="{BE73ECD8-9761-904C-83FC-7C21B825FC86}"/>
            </ac:spMkLst>
          </pc:spChg>
          <pc:spChg chg="mod">
            <ac:chgData name="ADE PUTERA KEMALA" userId="ae082dc6-986d-44c2-b903-255a692f1bc4" providerId="ADAL" clId="{3810AC8B-24CF-496F-9BE7-CC58DA6B508B}" dt="2023-08-02T08:39:36.074" v="644"/>
            <ac:spMkLst>
              <pc:docMk/>
              <pc:sldMasterMk cId="1065647969" sldId="2147483663"/>
              <pc:sldLayoutMk cId="2566081856" sldId="2147483686"/>
              <ac:spMk id="13" creationId="{00000000-0000-0000-0000-000000000000}"/>
            </ac:spMkLst>
          </pc:spChg>
          <pc:spChg chg="mod">
            <ac:chgData name="ADE PUTERA KEMALA" userId="ae082dc6-986d-44c2-b903-255a692f1bc4" providerId="ADAL" clId="{3810AC8B-24CF-496F-9BE7-CC58DA6B508B}" dt="2023-08-02T08:39:36.074" v="644"/>
            <ac:spMkLst>
              <pc:docMk/>
              <pc:sldMasterMk cId="1065647969" sldId="2147483663"/>
              <pc:sldLayoutMk cId="2566081856" sldId="2147483686"/>
              <ac:spMk id="18" creationId="{15CBFADB-E6B3-9B4E-8320-314E3790EC2E}"/>
            </ac:spMkLst>
          </pc:spChg>
          <pc:spChg chg="mod">
            <ac:chgData name="ADE PUTERA KEMALA" userId="ae082dc6-986d-44c2-b903-255a692f1bc4" providerId="ADAL" clId="{3810AC8B-24CF-496F-9BE7-CC58DA6B508B}" dt="2023-08-02T08:39:36.074" v="644"/>
            <ac:spMkLst>
              <pc:docMk/>
              <pc:sldMasterMk cId="1065647969" sldId="2147483663"/>
              <pc:sldLayoutMk cId="2566081856" sldId="2147483686"/>
              <ac:spMk id="19" creationId="{9973D83C-1488-3E4C-B9DF-5608E0394C08}"/>
            </ac:spMkLst>
          </pc:spChg>
          <pc:picChg chg="mod">
            <ac:chgData name="ADE PUTERA KEMALA" userId="ae082dc6-986d-44c2-b903-255a692f1bc4" providerId="ADAL" clId="{3810AC8B-24CF-496F-9BE7-CC58DA6B508B}" dt="2023-08-02T08:39:36.074" v="644"/>
            <ac:picMkLst>
              <pc:docMk/>
              <pc:sldMasterMk cId="1065647969" sldId="2147483663"/>
              <pc:sldLayoutMk cId="2566081856" sldId="2147483686"/>
              <ac:picMk id="2" creationId="{453551FA-97E6-2245-9BD6-C384100F7F4B}"/>
            </ac:picMkLst>
          </pc:picChg>
          <pc:picChg chg="mod">
            <ac:chgData name="ADE PUTERA KEMALA" userId="ae082dc6-986d-44c2-b903-255a692f1bc4" providerId="ADAL" clId="{3810AC8B-24CF-496F-9BE7-CC58DA6B508B}" dt="2023-08-02T08:39:36.074" v="644"/>
            <ac:picMkLst>
              <pc:docMk/>
              <pc:sldMasterMk cId="1065647969" sldId="2147483663"/>
              <pc:sldLayoutMk cId="2566081856" sldId="2147483686"/>
              <ac:picMk id="6" creationId="{EB456242-AA88-DF45-9244-298FA0B8369B}"/>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8/2/2023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2176" kern="1200">
        <a:solidFill>
          <a:schemeClr val="tx1"/>
        </a:solidFill>
        <a:latin typeface="+mn-lt"/>
        <a:ea typeface="+mn-ea"/>
        <a:cs typeface="+mn-cs"/>
      </a:defRPr>
    </a:lvl1pPr>
    <a:lvl2pPr marL="829178" algn="l" rtl="0" fontAlgn="base">
      <a:spcBef>
        <a:spcPct val="30000"/>
      </a:spcBef>
      <a:spcAft>
        <a:spcPct val="0"/>
      </a:spcAft>
      <a:defRPr sz="2176" kern="1200">
        <a:solidFill>
          <a:schemeClr val="tx1"/>
        </a:solidFill>
        <a:latin typeface="+mn-lt"/>
        <a:ea typeface="+mn-ea"/>
        <a:cs typeface="+mn-cs"/>
      </a:defRPr>
    </a:lvl2pPr>
    <a:lvl3pPr marL="1658356" algn="l" rtl="0" fontAlgn="base">
      <a:spcBef>
        <a:spcPct val="30000"/>
      </a:spcBef>
      <a:spcAft>
        <a:spcPct val="0"/>
      </a:spcAft>
      <a:defRPr sz="2176" kern="1200">
        <a:solidFill>
          <a:schemeClr val="tx1"/>
        </a:solidFill>
        <a:latin typeface="+mn-lt"/>
        <a:ea typeface="+mn-ea"/>
        <a:cs typeface="+mn-cs"/>
      </a:defRPr>
    </a:lvl3pPr>
    <a:lvl4pPr marL="2487534" algn="l" rtl="0" fontAlgn="base">
      <a:spcBef>
        <a:spcPct val="30000"/>
      </a:spcBef>
      <a:spcAft>
        <a:spcPct val="0"/>
      </a:spcAft>
      <a:defRPr sz="2176" kern="1200">
        <a:solidFill>
          <a:schemeClr val="tx1"/>
        </a:solidFill>
        <a:latin typeface="+mn-lt"/>
        <a:ea typeface="+mn-ea"/>
        <a:cs typeface="+mn-cs"/>
      </a:defRPr>
    </a:lvl4pPr>
    <a:lvl5pPr marL="3316712" algn="l" rtl="0" fontAlgn="base">
      <a:spcBef>
        <a:spcPct val="30000"/>
      </a:spcBef>
      <a:spcAft>
        <a:spcPct val="0"/>
      </a:spcAft>
      <a:defRPr sz="2176" kern="1200">
        <a:solidFill>
          <a:schemeClr val="tx1"/>
        </a:solidFill>
        <a:latin typeface="+mn-lt"/>
        <a:ea typeface="+mn-ea"/>
        <a:cs typeface="+mn-cs"/>
      </a:defRPr>
    </a:lvl5pPr>
    <a:lvl6pPr marL="4145890" algn="l" defTabSz="1658356" rtl="0" eaLnBrk="1" latinLnBrk="0" hangingPunct="1">
      <a:defRPr sz="2176" kern="1200">
        <a:solidFill>
          <a:schemeClr val="tx1"/>
        </a:solidFill>
        <a:latin typeface="+mn-lt"/>
        <a:ea typeface="+mn-ea"/>
        <a:cs typeface="+mn-cs"/>
      </a:defRPr>
    </a:lvl6pPr>
    <a:lvl7pPr marL="4975068" algn="l" defTabSz="1658356" rtl="0" eaLnBrk="1" latinLnBrk="0" hangingPunct="1">
      <a:defRPr sz="2176" kern="1200">
        <a:solidFill>
          <a:schemeClr val="tx1"/>
        </a:solidFill>
        <a:latin typeface="+mn-lt"/>
        <a:ea typeface="+mn-ea"/>
        <a:cs typeface="+mn-cs"/>
      </a:defRPr>
    </a:lvl7pPr>
    <a:lvl8pPr marL="5804245" algn="l" defTabSz="1658356" rtl="0" eaLnBrk="1" latinLnBrk="0" hangingPunct="1">
      <a:defRPr sz="2176" kern="1200">
        <a:solidFill>
          <a:schemeClr val="tx1"/>
        </a:solidFill>
        <a:latin typeface="+mn-lt"/>
        <a:ea typeface="+mn-ea"/>
        <a:cs typeface="+mn-cs"/>
      </a:defRPr>
    </a:lvl8pPr>
    <a:lvl9pPr marL="6633423" algn="l" defTabSz="1658356" rtl="0" eaLnBrk="1" latinLnBrk="0" hangingPunct="1">
      <a:defRPr sz="2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r>
              <a:rPr lang="en-US" sz="1200" dirty="0">
                <a:latin typeface="Open Sans" panose="020B0606030504020204" pitchFamily="34" charset="0"/>
                <a:ea typeface="Open Sans" panose="020B0606030504020204" pitchFamily="34" charset="0"/>
                <a:cs typeface="Open Sans" panose="020B0606030504020204" pitchFamily="34" charset="0"/>
              </a:rPr>
              <a:t>Protection encompasses confidentiality, integrity, availability, authenticity, and accountability. </a:t>
            </a:r>
          </a:p>
          <a:p>
            <a:pPr algn="just">
              <a:lnSpc>
                <a:spcPct val="150000"/>
              </a:lnSpc>
            </a:pPr>
            <a:r>
              <a:rPr lang="en-US" sz="1200" dirty="0">
                <a:latin typeface="Open Sans" panose="020B0606030504020204" pitchFamily="34" charset="0"/>
                <a:ea typeface="Open Sans" panose="020B0606030504020204" pitchFamily="34" charset="0"/>
                <a:cs typeface="Open Sans" panose="020B0606030504020204" pitchFamily="34" charset="0"/>
              </a:rPr>
              <a:t>Methods of protection include organizational policies and procedures, as well as technical means such as encryption and secure communications protocols.</a:t>
            </a:r>
            <a:endParaRPr lang="en-ID" sz="1200" dirty="0">
              <a:latin typeface="Open Sans" panose="020B0606030504020204" pitchFamily="34" charset="0"/>
              <a:ea typeface="Open Sans" panose="020B0606030504020204" pitchFamily="34" charset="0"/>
              <a:cs typeface="Open Sans" panose="020B0606030504020204" pitchFamily="34" charset="0"/>
            </a:endParaRPr>
          </a:p>
          <a:p>
            <a:endParaRPr lang="en-ID" dirty="0"/>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5</a:t>
            </a:fld>
            <a:endParaRPr lang="en-US"/>
          </a:p>
        </p:txBody>
      </p:sp>
    </p:spTree>
    <p:extLst>
      <p:ext uri="{BB962C8B-B14F-4D97-AF65-F5344CB8AC3E}">
        <p14:creationId xmlns:p14="http://schemas.microsoft.com/office/powerpoint/2010/main" val="1163843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algn="l"/>
            <a:r>
              <a:rPr lang="en-US" sz="1200" b="1" i="0" u="none" strike="noStrike" baseline="0" dirty="0">
                <a:solidFill>
                  <a:srgbClr val="000000"/>
                </a:solidFill>
                <a:latin typeface="TimesTenLTStd-Bold"/>
              </a:rPr>
              <a:t>Confidentiality: </a:t>
            </a:r>
            <a:r>
              <a:rPr lang="en-US" sz="1200" b="0" i="0" u="none" strike="noStrike" baseline="0" dirty="0">
                <a:solidFill>
                  <a:srgbClr val="000000"/>
                </a:solidFill>
                <a:latin typeface="TimesTenLTStd-Roman"/>
              </a:rPr>
              <a:t>This term covers two related concepts: </a:t>
            </a:r>
            <a:r>
              <a:rPr lang="en-US" sz="1200" b="1" i="0" u="none" strike="noStrike" baseline="0" dirty="0">
                <a:solidFill>
                  <a:srgbClr val="000000"/>
                </a:solidFill>
                <a:latin typeface="TimesTenLTStd-Bold"/>
              </a:rPr>
              <a:t>Data</a:t>
            </a:r>
            <a:r>
              <a:rPr lang="en-US" sz="1200" b="0" i="0" u="none" strike="noStrike" baseline="0" dirty="0">
                <a:solidFill>
                  <a:srgbClr val="000000"/>
                </a:solidFill>
                <a:latin typeface="TimesTenLTStd-Roman"/>
              </a:rPr>
              <a:t> </a:t>
            </a:r>
            <a:r>
              <a:rPr lang="en-US" sz="1200" b="1" i="0" u="none" strike="noStrike" baseline="0" dirty="0">
                <a:solidFill>
                  <a:srgbClr val="000000"/>
                </a:solidFill>
                <a:latin typeface="TimesTenLTStd-Bold"/>
              </a:rPr>
              <a:t>confidentiality: </a:t>
            </a:r>
            <a:r>
              <a:rPr lang="en-US" sz="1200" b="0" i="0" u="none" strike="noStrike" baseline="0" dirty="0">
                <a:solidFill>
                  <a:srgbClr val="000000"/>
                </a:solidFill>
                <a:latin typeface="TimesTenLTStd-Roman"/>
              </a:rPr>
              <a:t>Assures that private or confidential information is not made available or disclosed to unauthorized individuals. </a:t>
            </a:r>
            <a:r>
              <a:rPr lang="en-US" sz="1200" b="1" i="0" u="none" strike="noStrike" baseline="0" dirty="0">
                <a:latin typeface="TimesTenLTStd-Bold"/>
              </a:rPr>
              <a:t>Privacy: </a:t>
            </a:r>
            <a:r>
              <a:rPr lang="en-US" sz="1200" b="0" i="0" u="none" strike="noStrike" baseline="0" dirty="0">
                <a:latin typeface="TimesTenLTStd-Roman"/>
              </a:rPr>
              <a:t>Assures that individuals control or influence what information related to them may be collected and stored and by whom and to whom that information may be disclosed.</a:t>
            </a:r>
          </a:p>
          <a:p>
            <a:pPr algn="l"/>
            <a:endParaRPr lang="en-US" sz="1200" b="0" i="0" u="none" strike="noStrike" baseline="0" dirty="0">
              <a:latin typeface="TimesTenLTStd-Roman"/>
            </a:endParaRPr>
          </a:p>
          <a:p>
            <a:pPr algn="l"/>
            <a:r>
              <a:rPr lang="en-ID" sz="1200" b="1" i="0" u="none" strike="noStrike" baseline="0" dirty="0">
                <a:latin typeface="TimesTenLTStd-Bold"/>
              </a:rPr>
              <a:t>Integrity: </a:t>
            </a:r>
            <a:r>
              <a:rPr lang="en-US" sz="1200" b="1" i="0" u="none" strike="noStrike" baseline="0" dirty="0">
                <a:latin typeface="TimesTenLTStd-Bold"/>
              </a:rPr>
              <a:t>Data integrity: </a:t>
            </a:r>
            <a:r>
              <a:rPr lang="en-US" sz="1200" b="0" i="0" u="none" strike="noStrike" baseline="0" dirty="0">
                <a:latin typeface="TimesTenLTStd-Roman"/>
              </a:rPr>
              <a:t>Assures that data (both stored and in transmitted packets) and programs are changed only in a specified and authorized manner. This concept also encompasses </a:t>
            </a:r>
            <a:r>
              <a:rPr lang="en-US" sz="1200" b="1" i="0" u="none" strike="noStrike" baseline="0" dirty="0">
                <a:latin typeface="TimesTenLTStd-Bold"/>
              </a:rPr>
              <a:t>data authenticity. System integrity: </a:t>
            </a:r>
            <a:r>
              <a:rPr lang="en-US" sz="1200" b="0" i="0" u="none" strike="noStrike" baseline="0" dirty="0">
                <a:latin typeface="TimesTenLTStd-Roman"/>
              </a:rPr>
              <a:t>Assures that a system performs its intended function in an unimpaired manner, free from deliberate or inadvertent unauthorized </a:t>
            </a:r>
            <a:r>
              <a:rPr lang="en-ID" sz="1200" b="0" i="0" u="none" strike="noStrike" baseline="0" dirty="0">
                <a:latin typeface="TimesTenLTStd-Roman"/>
              </a:rPr>
              <a:t>manipulation of the system.</a:t>
            </a:r>
          </a:p>
          <a:p>
            <a:pPr algn="l"/>
            <a:endParaRPr lang="en-ID" sz="1200" b="0" i="0" u="none" strike="noStrike" baseline="0" dirty="0">
              <a:latin typeface="TimesTenLTStd-Roman"/>
            </a:endParaRPr>
          </a:p>
          <a:p>
            <a:pPr algn="l"/>
            <a:r>
              <a:rPr lang="en-US" sz="1200" b="1" i="0" u="none" strike="noStrike" baseline="0" dirty="0">
                <a:latin typeface="TimesTenLTStd-Bold"/>
              </a:rPr>
              <a:t>Availability: </a:t>
            </a:r>
            <a:r>
              <a:rPr lang="en-US" sz="1200" b="0" i="0" u="none" strike="noStrike" baseline="0" dirty="0">
                <a:latin typeface="TimesTenLTStd-Roman"/>
              </a:rPr>
              <a:t>Assures that systems work promptly and service is not denied to </a:t>
            </a:r>
            <a:r>
              <a:rPr lang="en-ID" sz="1200" b="0" i="0" u="none" strike="noStrike" baseline="0" dirty="0">
                <a:latin typeface="TimesTenLTStd-Roman"/>
              </a:rPr>
              <a:t>authorized users.</a:t>
            </a:r>
          </a:p>
          <a:p>
            <a:pPr algn="l"/>
            <a:endParaRPr lang="en-ID" sz="1200" b="0" i="0" u="none" strike="noStrike" baseline="0" dirty="0">
              <a:latin typeface="TimesTenLTStd-Roman"/>
            </a:endParaRPr>
          </a:p>
          <a:p>
            <a:pPr algn="l"/>
            <a:r>
              <a:rPr lang="en-US" sz="1200" b="1" i="0" u="none" strike="noStrike" baseline="0" dirty="0">
                <a:latin typeface="TimesTenLTStd-Bold"/>
              </a:rPr>
              <a:t>Authenticity: </a:t>
            </a:r>
            <a:r>
              <a:rPr lang="en-US" sz="1200" b="0" i="0" u="none" strike="noStrike" baseline="0" dirty="0">
                <a:latin typeface="TimesTenLTStd-Roman"/>
              </a:rPr>
              <a:t>The property of being genuine and being able to be verified and trusted; confidence in the validity of a transmission, a message, or message originator. This means verifying that users are who they say they are and that each input arriving at the system came from a trusted source.</a:t>
            </a:r>
            <a:endParaRPr lang="en-ID" sz="1200" b="0" i="0" u="none" strike="noStrike" baseline="0" dirty="0">
              <a:latin typeface="TimesTenLTStd-Roman"/>
            </a:endParaRPr>
          </a:p>
          <a:p>
            <a:pPr algn="l"/>
            <a:endParaRPr lang="en-ID" sz="1200" b="0" i="0" u="none" strike="noStrike" baseline="0" dirty="0">
              <a:latin typeface="TimesTenLTStd-Roman"/>
            </a:endParaRPr>
          </a:p>
          <a:p>
            <a:pPr algn="l"/>
            <a:r>
              <a:rPr lang="en-US" sz="1200" b="1" i="0" u="none" strike="noStrike" baseline="0" dirty="0">
                <a:latin typeface="TimesTenLTStd-Bold"/>
              </a:rPr>
              <a:t>Accountability: </a:t>
            </a:r>
            <a:r>
              <a:rPr lang="en-US" sz="1200" b="0" i="0" u="none" strike="noStrike" baseline="0" dirty="0">
                <a:latin typeface="TimesTenLTStd-Roman"/>
              </a:rPr>
              <a:t>The security goal that generates the requirement for actions of an entity to be traced uniquely to that entity. This supports nonrepudiation, deterrence, fault isolation, intrusion detection and prevention, and after-action </a:t>
            </a:r>
            <a:r>
              <a:rPr lang="en-ID" sz="1200" b="0" i="0" u="none" strike="noStrike" baseline="0" dirty="0">
                <a:latin typeface="TimesTenLTStd-Roman"/>
              </a:rPr>
              <a:t>recovery and legal action.</a:t>
            </a:r>
            <a:endParaRPr lang="en-ID" dirty="0"/>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7</a:t>
            </a:fld>
            <a:endParaRPr lang="en-US"/>
          </a:p>
        </p:txBody>
      </p:sp>
    </p:spTree>
    <p:extLst>
      <p:ext uri="{BB962C8B-B14F-4D97-AF65-F5344CB8AC3E}">
        <p14:creationId xmlns:p14="http://schemas.microsoft.com/office/powerpoint/2010/main" val="2353823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sz="1200" b="0" i="0" u="none" strike="noStrike" baseline="0" dirty="0">
                <a:latin typeface="TimesTenLTStd-Roman"/>
              </a:rPr>
              <a:t>The open systems interconnection (OSI) security architecture is useful to managers as a way of organizing the task of providing security. Furthermore, because this architecture was developed as an international </a:t>
            </a:r>
            <a:r>
              <a:rPr lang="en-ID" sz="1200" b="0" i="0" u="none" strike="noStrike" baseline="0" dirty="0">
                <a:latin typeface="TimesTenLTStd-Roman"/>
              </a:rPr>
              <a:t>standard, </a:t>
            </a:r>
            <a:r>
              <a:rPr lang="en-US" sz="1200" b="0" i="0" u="none" strike="noStrike" baseline="0" dirty="0">
                <a:latin typeface="TimesTenLTStd-Roman"/>
              </a:rPr>
              <a:t>computer and communications vendors have developed security features for their products and services that relate to this structured definition of </a:t>
            </a:r>
            <a:r>
              <a:rPr lang="en-ID" sz="1200" b="0" i="0" u="none" strike="noStrike" baseline="0" dirty="0">
                <a:latin typeface="TimesTenLTStd-Roman"/>
              </a:rPr>
              <a:t>services and mechanisms.</a:t>
            </a:r>
          </a:p>
          <a:p>
            <a:pPr algn="l"/>
            <a:endParaRPr lang="en-US" sz="1200" b="0" i="0" u="none" strike="noStrike" baseline="0" dirty="0">
              <a:latin typeface="TimesTenLTStd-Roman"/>
            </a:endParaRPr>
          </a:p>
          <a:p>
            <a:pPr algn="l"/>
            <a:r>
              <a:rPr lang="en-US" sz="1200" b="0" i="0" u="none" strike="noStrike" baseline="0" dirty="0">
                <a:latin typeface="TimesTenLTStd-Roman"/>
              </a:rPr>
              <a:t>the OSI security architecture provides a useful, if abstract, overview of many of the concepts that this book deals with. The OSI security architecture focuses on security attacks, mechanisms, and services.</a:t>
            </a:r>
            <a:endParaRPr lang="en-ID" dirty="0"/>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9</a:t>
            </a:fld>
            <a:endParaRPr lang="en-US"/>
          </a:p>
        </p:txBody>
      </p:sp>
    </p:spTree>
    <p:extLst>
      <p:ext uri="{BB962C8B-B14F-4D97-AF65-F5344CB8AC3E}">
        <p14:creationId xmlns:p14="http://schemas.microsoft.com/office/powerpoint/2010/main" val="1458760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algn="l"/>
            <a:r>
              <a:rPr lang="en-ID" sz="1200" b="1" i="0" u="none" strike="noStrike" baseline="0" dirty="0">
                <a:solidFill>
                  <a:srgbClr val="408D00"/>
                </a:solidFill>
                <a:latin typeface="BemboMTPro-Bold"/>
              </a:rPr>
              <a:t>Passive Attacks</a:t>
            </a:r>
          </a:p>
          <a:p>
            <a:pPr algn="l"/>
            <a:r>
              <a:rPr lang="en-US" sz="1000" b="1" i="0" u="none" strike="noStrike" baseline="0" dirty="0">
                <a:solidFill>
                  <a:srgbClr val="000000"/>
                </a:solidFill>
                <a:latin typeface="TimesTenLTStd-Bold"/>
              </a:rPr>
              <a:t>Passive attacks </a:t>
            </a:r>
            <a:r>
              <a:rPr lang="en-US" sz="1000" b="0" i="0" u="none" strike="noStrike" baseline="0" dirty="0">
                <a:solidFill>
                  <a:srgbClr val="000000"/>
                </a:solidFill>
                <a:latin typeface="TimesTenLTStd-Roman"/>
              </a:rPr>
              <a:t>are in the nature of </a:t>
            </a:r>
            <a:r>
              <a:rPr lang="en-US" sz="1000" b="1" i="0" u="none" strike="noStrike" baseline="0" dirty="0">
                <a:solidFill>
                  <a:srgbClr val="000000"/>
                </a:solidFill>
                <a:latin typeface="TimesTenLTStd-Bold"/>
              </a:rPr>
              <a:t>eavesdropping </a:t>
            </a:r>
            <a:r>
              <a:rPr lang="en-US" sz="1000" b="0" i="0" u="none" strike="noStrike" baseline="0" dirty="0">
                <a:solidFill>
                  <a:srgbClr val="000000"/>
                </a:solidFill>
                <a:latin typeface="TimesTenLTStd-Roman"/>
              </a:rPr>
              <a:t>on, or monitoring of, transmissions. The goal of the attacker is to obtain information that is being transmitted. Two types of passive attacks are the release of message contents and traffic analysis.</a:t>
            </a:r>
            <a:r>
              <a:rPr lang="en-ID" sz="1000" b="0" i="0" u="none" strike="noStrike" baseline="0" dirty="0">
                <a:solidFill>
                  <a:srgbClr val="000000"/>
                </a:solidFill>
                <a:latin typeface="+mn-lt"/>
              </a:rPr>
              <a:t> </a:t>
            </a:r>
            <a:r>
              <a:rPr lang="en-US" sz="1200" b="0" i="0" u="none" strike="noStrike" baseline="0" dirty="0">
                <a:latin typeface="TimesTenLTStd-Roman"/>
              </a:rPr>
              <a:t>The release of message contents is easily understood. A telephone conversation, an electronic mail message, and a transferred file may contain sensitive or confidential information. We would like to prevent an opponent from learning the </a:t>
            </a:r>
            <a:r>
              <a:rPr lang="en-ID" sz="1200" b="0" i="0" u="none" strike="noStrike" baseline="0" dirty="0">
                <a:latin typeface="TimesTenLTStd-Roman"/>
              </a:rPr>
              <a:t>contents of these transmissions.</a:t>
            </a:r>
          </a:p>
          <a:p>
            <a:pPr algn="l"/>
            <a:r>
              <a:rPr lang="en-US" sz="1200" b="0" i="0" u="none" strike="noStrike" baseline="0" dirty="0">
                <a:latin typeface="TimesTenLTStd-Roman"/>
              </a:rPr>
              <a:t>A second type of passive attack, traffic analysis, is subtler. Suppose that we had a way of masking the contents of messages or other information traffic so that opponents, even if they captured the message, could not extract the information from the message. The common technique for masking contents is encryption. If we had encryption protection in place, an opponent might still be able to observe the </a:t>
            </a:r>
            <a:r>
              <a:rPr lang="en-ID" sz="1200" b="0" i="0" u="none" strike="noStrike" baseline="0" dirty="0">
                <a:latin typeface="TimesTenLTStd-Roman"/>
              </a:rPr>
              <a:t>pattern of these messages.</a:t>
            </a:r>
          </a:p>
          <a:p>
            <a:pPr algn="l"/>
            <a:endParaRPr lang="en-ID" sz="1200" b="0" i="0" u="none" strike="noStrike" baseline="0" dirty="0">
              <a:latin typeface="TimesTenLTStd-Roman"/>
            </a:endParaRPr>
          </a:p>
          <a:p>
            <a:pPr algn="l"/>
            <a:r>
              <a:rPr lang="en-US" sz="1200" b="1" i="0" u="none" strike="noStrike" baseline="0" dirty="0">
                <a:latin typeface="TimesTenLTStd-Bold"/>
              </a:rPr>
              <a:t>Active attacks </a:t>
            </a:r>
            <a:r>
              <a:rPr lang="en-US" sz="1200" b="0" i="0" u="none" strike="noStrike" baseline="0" dirty="0">
                <a:latin typeface="TimesTenLTStd-Roman"/>
              </a:rPr>
              <a:t>involve some modification of the data stream or the creation of a false stream and can be subdivided into four categories: replay, masquerade, modification of messages, and denial of service.</a:t>
            </a:r>
          </a:p>
          <a:p>
            <a:pPr algn="l"/>
            <a:r>
              <a:rPr lang="en-US" sz="1200" b="0" i="0" u="none" strike="noStrike" baseline="0" dirty="0">
                <a:latin typeface="TimesTenLTStd-Roman"/>
              </a:rPr>
              <a:t>A </a:t>
            </a:r>
            <a:r>
              <a:rPr lang="en-US" sz="1200" b="1" i="0" u="none" strike="noStrike" baseline="0" dirty="0">
                <a:latin typeface="TimesTenLTStd-Bold"/>
              </a:rPr>
              <a:t>masquerade </a:t>
            </a:r>
            <a:r>
              <a:rPr lang="en-US" sz="1200" b="0" i="0" u="none" strike="noStrike" baseline="0" dirty="0">
                <a:latin typeface="TimesTenLTStd-Roman"/>
              </a:rPr>
              <a:t>takes place when one entity pretends to be a different entity.</a:t>
            </a:r>
          </a:p>
          <a:p>
            <a:pPr algn="l"/>
            <a:r>
              <a:rPr lang="en-US" sz="1200" b="1" i="0" u="none" strike="noStrike" baseline="0" dirty="0">
                <a:latin typeface="TimesTenLTStd-Bold"/>
              </a:rPr>
              <a:t>Replay </a:t>
            </a:r>
            <a:r>
              <a:rPr lang="en-US" sz="1200" b="0" i="0" u="none" strike="noStrike" baseline="0" dirty="0">
                <a:latin typeface="TimesTenLTStd-Roman"/>
              </a:rPr>
              <a:t>involves the passive capture of a data unit and its subsequent retransmission to produce an unauthorized effect.</a:t>
            </a:r>
          </a:p>
          <a:p>
            <a:pPr algn="l"/>
            <a:r>
              <a:rPr lang="en-US" sz="1200" b="0" i="0" u="none" strike="noStrike" baseline="0" dirty="0">
                <a:latin typeface="TimesTenLTStd-Roman"/>
              </a:rPr>
              <a:t>The </a:t>
            </a:r>
            <a:r>
              <a:rPr lang="en-US" sz="1200" b="1" i="0" u="none" strike="noStrike" baseline="0" dirty="0">
                <a:latin typeface="TimesTenLTStd-Bold"/>
              </a:rPr>
              <a:t>denial of service </a:t>
            </a:r>
            <a:r>
              <a:rPr lang="en-US" sz="1200" b="0" i="0" u="none" strike="noStrike" baseline="0" dirty="0">
                <a:latin typeface="TimesTenLTStd-Roman"/>
              </a:rPr>
              <a:t>prevents or inhibits the normal use or management of </a:t>
            </a:r>
            <a:r>
              <a:rPr lang="en-ID" sz="1200" b="0" i="0" u="none" strike="noStrike" baseline="0" dirty="0">
                <a:latin typeface="TimesTenLTStd-Roman"/>
              </a:rPr>
              <a:t>communication facilities</a:t>
            </a:r>
          </a:p>
          <a:p>
            <a:pPr algn="l"/>
            <a:r>
              <a:rPr lang="en-US" sz="1200" b="0" i="0" u="none" strike="noStrike" baseline="0" dirty="0">
                <a:latin typeface="TimesTenLTStd-Roman"/>
              </a:rPr>
              <a:t>Data modification may involve a </a:t>
            </a:r>
            <a:r>
              <a:rPr lang="en-US" sz="1200" b="1" i="0" u="none" strike="noStrike" baseline="0" dirty="0">
                <a:latin typeface="TimesTenLTStd-Bold"/>
              </a:rPr>
              <a:t>man-in-the middle attack</a:t>
            </a:r>
            <a:r>
              <a:rPr lang="en-US" sz="1200" b="0" i="0" u="none" strike="noStrike" baseline="0" dirty="0">
                <a:latin typeface="TimesTenLTStd-Roman"/>
              </a:rPr>
              <a:t>, in which the attacker selectively modifies communicated data between a client and server</a:t>
            </a:r>
            <a:endParaRPr lang="en-ID" sz="1200" b="0" i="0" u="none" strike="noStrike" baseline="0" dirty="0">
              <a:latin typeface="TimesTenLTStd-Roman"/>
            </a:endParaRPr>
          </a:p>
          <a:p>
            <a:pPr algn="l"/>
            <a:endParaRPr lang="en-ID" dirty="0"/>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10</a:t>
            </a:fld>
            <a:endParaRPr lang="en-US"/>
          </a:p>
        </p:txBody>
      </p:sp>
    </p:spTree>
    <p:extLst>
      <p:ext uri="{BB962C8B-B14F-4D97-AF65-F5344CB8AC3E}">
        <p14:creationId xmlns:p14="http://schemas.microsoft.com/office/powerpoint/2010/main" val="1311916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algn="l"/>
            <a:r>
              <a:rPr lang="en-ID" sz="1200" b="1" i="0" u="none" strike="noStrike" baseline="0" dirty="0">
                <a:solidFill>
                  <a:srgbClr val="408D00"/>
                </a:solidFill>
                <a:latin typeface="BemboMTPro-Bold"/>
              </a:rPr>
              <a:t>Passive Attacks</a:t>
            </a:r>
          </a:p>
          <a:p>
            <a:pPr algn="l"/>
            <a:r>
              <a:rPr lang="en-US" sz="1000" b="1" i="0" u="none" strike="noStrike" baseline="0" dirty="0">
                <a:solidFill>
                  <a:srgbClr val="000000"/>
                </a:solidFill>
                <a:latin typeface="TimesTenLTStd-Bold"/>
              </a:rPr>
              <a:t>Passive attacks </a:t>
            </a:r>
            <a:r>
              <a:rPr lang="en-US" sz="1000" b="0" i="0" u="none" strike="noStrike" baseline="0" dirty="0">
                <a:solidFill>
                  <a:srgbClr val="000000"/>
                </a:solidFill>
                <a:latin typeface="TimesTenLTStd-Roman"/>
              </a:rPr>
              <a:t>are in the nature of </a:t>
            </a:r>
            <a:r>
              <a:rPr lang="en-US" sz="1000" b="1" i="0" u="none" strike="noStrike" baseline="0" dirty="0">
                <a:solidFill>
                  <a:srgbClr val="000000"/>
                </a:solidFill>
                <a:latin typeface="TimesTenLTStd-Bold"/>
              </a:rPr>
              <a:t>eavesdropping </a:t>
            </a:r>
            <a:r>
              <a:rPr lang="en-US" sz="1000" b="0" i="0" u="none" strike="noStrike" baseline="0" dirty="0">
                <a:solidFill>
                  <a:srgbClr val="000000"/>
                </a:solidFill>
                <a:latin typeface="TimesTenLTStd-Roman"/>
              </a:rPr>
              <a:t>on, or monitoring of, transmissions. The goal of the attacker is to obtain information that is being transmitted. Two types of passive attacks are the release of message contents and traffic analysis.</a:t>
            </a:r>
            <a:r>
              <a:rPr lang="en-ID" sz="1000" b="0" i="0" u="none" strike="noStrike" baseline="0" dirty="0">
                <a:solidFill>
                  <a:srgbClr val="000000"/>
                </a:solidFill>
                <a:latin typeface="+mn-lt"/>
              </a:rPr>
              <a:t> </a:t>
            </a:r>
            <a:r>
              <a:rPr lang="en-US" sz="1200" b="0" i="0" u="none" strike="noStrike" baseline="0" dirty="0">
                <a:latin typeface="TimesTenLTStd-Roman"/>
              </a:rPr>
              <a:t>The release of message contents is easily understood. A telephone conversation, an electronic mail message, and a transferred file may contain sensitive or confidential information. We would like to prevent an opponent from learning the </a:t>
            </a:r>
            <a:r>
              <a:rPr lang="en-ID" sz="1200" b="0" i="0" u="none" strike="noStrike" baseline="0" dirty="0">
                <a:latin typeface="TimesTenLTStd-Roman"/>
              </a:rPr>
              <a:t>contents of these transmissions.</a:t>
            </a:r>
          </a:p>
          <a:p>
            <a:pPr algn="l"/>
            <a:r>
              <a:rPr lang="en-US" sz="1200" b="0" i="0" u="none" strike="noStrike" baseline="0" dirty="0">
                <a:latin typeface="TimesTenLTStd-Roman"/>
              </a:rPr>
              <a:t>A second type of passive attack, traffic analysis, is subtler. Suppose that we had a way of masking the contents of messages or other information traffic so that opponents, even if they captured the message, could not extract the information from the message. The common technique for masking contents is encryption. If we had encryption protection in place, an opponent might still be able to observe the </a:t>
            </a:r>
            <a:r>
              <a:rPr lang="en-ID" sz="1200" b="0" i="0" u="none" strike="noStrike" baseline="0" dirty="0">
                <a:latin typeface="TimesTenLTStd-Roman"/>
              </a:rPr>
              <a:t>pattern of these messages.</a:t>
            </a:r>
          </a:p>
          <a:p>
            <a:pPr algn="l"/>
            <a:endParaRPr lang="en-ID" sz="1200" b="0" i="0" u="none" strike="noStrike" baseline="0" dirty="0">
              <a:latin typeface="TimesTenLTStd-Roman"/>
            </a:endParaRPr>
          </a:p>
          <a:p>
            <a:pPr algn="l"/>
            <a:r>
              <a:rPr lang="en-US" sz="1200" b="1" i="0" u="none" strike="noStrike" baseline="0" dirty="0">
                <a:latin typeface="TimesTenLTStd-Bold"/>
              </a:rPr>
              <a:t>Active attacks </a:t>
            </a:r>
            <a:r>
              <a:rPr lang="en-US" sz="1200" b="0" i="0" u="none" strike="noStrike" baseline="0" dirty="0">
                <a:latin typeface="TimesTenLTStd-Roman"/>
              </a:rPr>
              <a:t>involve some modification of the data stream or the creation of a false stream and can be subdivided into four categories: replay, masquerade, modification of messages, and denial of service.</a:t>
            </a:r>
          </a:p>
          <a:p>
            <a:pPr algn="l"/>
            <a:r>
              <a:rPr lang="en-US" sz="1200" b="0" i="0" u="none" strike="noStrike" baseline="0" dirty="0">
                <a:latin typeface="TimesTenLTStd-Roman"/>
              </a:rPr>
              <a:t>A </a:t>
            </a:r>
            <a:r>
              <a:rPr lang="en-US" sz="1200" b="1" i="0" u="none" strike="noStrike" baseline="0" dirty="0">
                <a:latin typeface="TimesTenLTStd-Bold"/>
              </a:rPr>
              <a:t>masquerade </a:t>
            </a:r>
            <a:r>
              <a:rPr lang="en-US" sz="1200" b="0" i="0" u="none" strike="noStrike" baseline="0" dirty="0">
                <a:latin typeface="TimesTenLTStd-Roman"/>
              </a:rPr>
              <a:t>takes place when one entity pretends to be a different entity.</a:t>
            </a:r>
          </a:p>
          <a:p>
            <a:pPr algn="l"/>
            <a:r>
              <a:rPr lang="en-US" sz="1200" b="1" i="0" u="none" strike="noStrike" baseline="0" dirty="0">
                <a:latin typeface="TimesTenLTStd-Bold"/>
              </a:rPr>
              <a:t>Replay </a:t>
            </a:r>
            <a:r>
              <a:rPr lang="en-US" sz="1200" b="0" i="0" u="none" strike="noStrike" baseline="0" dirty="0">
                <a:latin typeface="TimesTenLTStd-Roman"/>
              </a:rPr>
              <a:t>involves the passive capture of a data unit and its subsequent retransmission to produce an unauthorized effect.</a:t>
            </a:r>
          </a:p>
          <a:p>
            <a:pPr algn="l"/>
            <a:r>
              <a:rPr lang="en-US" sz="1200" b="0" i="0" u="none" strike="noStrike" baseline="0" dirty="0">
                <a:latin typeface="TimesTenLTStd-Roman"/>
              </a:rPr>
              <a:t>The </a:t>
            </a:r>
            <a:r>
              <a:rPr lang="en-US" sz="1200" b="1" i="0" u="none" strike="noStrike" baseline="0" dirty="0">
                <a:latin typeface="TimesTenLTStd-Bold"/>
              </a:rPr>
              <a:t>denial of service </a:t>
            </a:r>
            <a:r>
              <a:rPr lang="en-US" sz="1200" b="0" i="0" u="none" strike="noStrike" baseline="0" dirty="0">
                <a:latin typeface="TimesTenLTStd-Roman"/>
              </a:rPr>
              <a:t>prevents or inhibits the normal use or management of </a:t>
            </a:r>
            <a:r>
              <a:rPr lang="en-ID" sz="1200" b="0" i="0" u="none" strike="noStrike" baseline="0" dirty="0">
                <a:latin typeface="TimesTenLTStd-Roman"/>
              </a:rPr>
              <a:t>communication facilities</a:t>
            </a:r>
          </a:p>
          <a:p>
            <a:pPr algn="l"/>
            <a:r>
              <a:rPr lang="en-US" sz="1200" b="0" i="0" u="none" strike="noStrike" baseline="0" dirty="0">
                <a:latin typeface="TimesTenLTStd-Roman"/>
              </a:rPr>
              <a:t>Data modification may involve a </a:t>
            </a:r>
            <a:r>
              <a:rPr lang="en-US" sz="1200" b="1" i="0" u="none" strike="noStrike" baseline="0" dirty="0">
                <a:latin typeface="TimesTenLTStd-Bold"/>
              </a:rPr>
              <a:t>man-in-the middle attack</a:t>
            </a:r>
            <a:r>
              <a:rPr lang="en-US" sz="1200" b="0" i="0" u="none" strike="noStrike" baseline="0" dirty="0">
                <a:latin typeface="TimesTenLTStd-Roman"/>
              </a:rPr>
              <a:t>, in which the attacker selectively modifies communicated data between a client and server</a:t>
            </a:r>
            <a:endParaRPr lang="en-ID" sz="1200" b="0" i="0" u="none" strike="noStrike" baseline="0" dirty="0">
              <a:latin typeface="TimesTenLTStd-Roman"/>
            </a:endParaRPr>
          </a:p>
          <a:p>
            <a:pPr algn="l"/>
            <a:endParaRPr lang="en-ID" dirty="0"/>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11</a:t>
            </a:fld>
            <a:endParaRPr lang="en-US"/>
          </a:p>
        </p:txBody>
      </p:sp>
    </p:spTree>
    <p:extLst>
      <p:ext uri="{BB962C8B-B14F-4D97-AF65-F5344CB8AC3E}">
        <p14:creationId xmlns:p14="http://schemas.microsoft.com/office/powerpoint/2010/main" val="2929341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12</a:t>
            </a:fld>
            <a:endParaRPr lang="en-US"/>
          </a:p>
        </p:txBody>
      </p:sp>
    </p:spTree>
    <p:extLst>
      <p:ext uri="{BB962C8B-B14F-4D97-AF65-F5344CB8AC3E}">
        <p14:creationId xmlns:p14="http://schemas.microsoft.com/office/powerpoint/2010/main" val="1068550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pPr algn="l"/>
            <a:r>
              <a:rPr lang="en-US" sz="1200" b="0" i="0" u="none" strike="noStrike" baseline="0" dirty="0">
                <a:latin typeface="TimesTenLTStd-Roman"/>
              </a:rPr>
              <a:t>A security service is a capability that supports one or more of the security requirements (confidentiality, integrity, availability, authenticity, and accountability). Security services implement security policies and are implemented by security mechanisms.</a:t>
            </a:r>
          </a:p>
          <a:p>
            <a:pPr algn="l"/>
            <a:endParaRPr lang="en-US" sz="1200" b="0" i="0" u="none" strike="noStrike" baseline="0" dirty="0">
              <a:latin typeface="TimesTenLTStd-Roman"/>
            </a:endParaRPr>
          </a:p>
          <a:p>
            <a:pPr algn="l"/>
            <a:r>
              <a:rPr lang="en-US" sz="1200" b="0" i="0" u="none" strike="noStrike" baseline="0" dirty="0">
                <a:latin typeface="TimesTenLTStd-Roman"/>
              </a:rPr>
              <a:t>The </a:t>
            </a:r>
            <a:r>
              <a:rPr lang="en-US" sz="1200" b="1" i="0" u="none" strike="noStrike" baseline="0" dirty="0">
                <a:latin typeface="TimesTenLTStd-Bold"/>
              </a:rPr>
              <a:t>authentication </a:t>
            </a:r>
            <a:r>
              <a:rPr lang="en-US" sz="1200" b="0" i="0" u="none" strike="noStrike" baseline="0" dirty="0">
                <a:latin typeface="TimesTenLTStd-Roman"/>
              </a:rPr>
              <a:t>service is concerned with assuring that a communication is authentic. In the case of a single message, such as a warning or alarm signal, the function of the authentication service is to assure the recipient that the message is from the source that it claims to be from.</a:t>
            </a:r>
          </a:p>
          <a:p>
            <a:pPr algn="l"/>
            <a:endParaRPr lang="en-US" sz="1200" b="0" i="0" u="none" strike="noStrike" baseline="0" dirty="0">
              <a:latin typeface="TimesTenLTStd-Roman"/>
            </a:endParaRPr>
          </a:p>
          <a:p>
            <a:pPr algn="l"/>
            <a:r>
              <a:rPr lang="en-ID" sz="1200" b="1" i="0" u="none" strike="noStrike" baseline="0" dirty="0">
                <a:solidFill>
                  <a:srgbClr val="408D00"/>
                </a:solidFill>
                <a:latin typeface="BemboMTPro-Bold"/>
              </a:rPr>
              <a:t>Access Control</a:t>
            </a:r>
          </a:p>
          <a:p>
            <a:pPr algn="l"/>
            <a:r>
              <a:rPr lang="en-US" sz="1200" b="0" i="0" u="none" strike="noStrike" baseline="0" dirty="0">
                <a:solidFill>
                  <a:srgbClr val="000000"/>
                </a:solidFill>
                <a:latin typeface="TimesTenLTStd-Roman"/>
              </a:rPr>
              <a:t>In the context of network security, access control is the ability to limit and control the access to host systems and applications via communications links.</a:t>
            </a:r>
          </a:p>
          <a:p>
            <a:pPr algn="l"/>
            <a:endParaRPr lang="en-US" sz="1200" b="0" i="0" u="none" strike="noStrike" baseline="0" dirty="0">
              <a:solidFill>
                <a:srgbClr val="000000"/>
              </a:solidFill>
              <a:latin typeface="TimesTenLTStd-Roman"/>
            </a:endParaRPr>
          </a:p>
          <a:p>
            <a:pPr algn="l"/>
            <a:r>
              <a:rPr lang="en-ID" sz="1200" b="1" i="0" u="none" strike="noStrike" baseline="0" dirty="0">
                <a:solidFill>
                  <a:srgbClr val="408D00"/>
                </a:solidFill>
                <a:latin typeface="BemboMTPro-Bold"/>
              </a:rPr>
              <a:t>Data Confidentiality</a:t>
            </a:r>
          </a:p>
          <a:p>
            <a:pPr algn="l"/>
            <a:r>
              <a:rPr lang="en-US" sz="1200" b="0" i="0" u="none" strike="noStrike" baseline="0" dirty="0">
                <a:solidFill>
                  <a:srgbClr val="000000"/>
                </a:solidFill>
                <a:latin typeface="TimesTenLTStd-Roman"/>
              </a:rPr>
              <a:t>Confidentiality is the protection of transmitted data from passive attacks</a:t>
            </a:r>
          </a:p>
          <a:p>
            <a:pPr algn="l"/>
            <a:endParaRPr lang="en-US" sz="1200" b="0" i="0" u="none" strike="noStrike" baseline="0" dirty="0">
              <a:solidFill>
                <a:srgbClr val="000000"/>
              </a:solidFill>
              <a:latin typeface="TimesTenLTStd-Roman"/>
            </a:endParaRPr>
          </a:p>
          <a:p>
            <a:pPr algn="l"/>
            <a:r>
              <a:rPr lang="en-ID" sz="1200" b="1" i="0" u="none" strike="noStrike" baseline="0" dirty="0">
                <a:solidFill>
                  <a:srgbClr val="408D00"/>
                </a:solidFill>
                <a:latin typeface="BemboMTPro-Bold"/>
              </a:rPr>
              <a:t>Nonrepudiation</a:t>
            </a:r>
          </a:p>
          <a:p>
            <a:pPr algn="l"/>
            <a:r>
              <a:rPr lang="en-US" sz="1200" b="0" i="0" u="none" strike="noStrike" baseline="0" dirty="0">
                <a:solidFill>
                  <a:srgbClr val="000000"/>
                </a:solidFill>
                <a:latin typeface="TimesTenLTStd-Roman"/>
              </a:rPr>
              <a:t>Nonrepudiation prevents either sender or receiver from denying a transmitted message. Thus, when a message is sent, the receiver can prove that the alleged sender in fact sent the message. Similarly, when a message is received, the sender can prove that the alleged receiver in fact received the message.</a:t>
            </a:r>
          </a:p>
          <a:p>
            <a:pPr algn="l"/>
            <a:endParaRPr lang="en-US" sz="1200" b="0" i="0" u="none" strike="noStrike" baseline="0" dirty="0">
              <a:solidFill>
                <a:srgbClr val="000000"/>
              </a:solidFill>
              <a:latin typeface="TimesTenLTStd-Roman"/>
            </a:endParaRPr>
          </a:p>
          <a:p>
            <a:pPr algn="l"/>
            <a:r>
              <a:rPr lang="en-ID" sz="1200" b="1" i="0" u="none" strike="noStrike" baseline="0" dirty="0">
                <a:solidFill>
                  <a:srgbClr val="408D00"/>
                </a:solidFill>
                <a:latin typeface="BemboMTPro-Bold"/>
              </a:rPr>
              <a:t>Availability Service</a:t>
            </a:r>
          </a:p>
          <a:p>
            <a:pPr algn="l"/>
            <a:r>
              <a:rPr lang="en-US" sz="1200" b="0" i="0" u="none" strike="noStrike" baseline="0" dirty="0">
                <a:solidFill>
                  <a:srgbClr val="000000"/>
                </a:solidFill>
                <a:latin typeface="TimesTenLTStd-Roman"/>
              </a:rPr>
              <a:t>Availability is the property of a system, or a system resource being accessible and usable upon demand by an authorized system entity, according to performance specifications for the system (i.e., a system is available if it provides services according to the system design whenever users request them).</a:t>
            </a:r>
          </a:p>
          <a:p>
            <a:pPr algn="l"/>
            <a:endParaRPr lang="en-US" sz="1200" b="0" i="0" u="none" strike="noStrike" baseline="0" dirty="0">
              <a:solidFill>
                <a:srgbClr val="000000"/>
              </a:solidFill>
              <a:latin typeface="TimesTenLTStd-Roman"/>
            </a:endParaRPr>
          </a:p>
          <a:p>
            <a:pPr algn="l"/>
            <a:endParaRPr lang="en-ID" dirty="0"/>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13</a:t>
            </a:fld>
            <a:endParaRPr lang="en-US"/>
          </a:p>
        </p:txBody>
      </p:sp>
    </p:spTree>
    <p:extLst>
      <p:ext uri="{BB962C8B-B14F-4D97-AF65-F5344CB8AC3E}">
        <p14:creationId xmlns:p14="http://schemas.microsoft.com/office/powerpoint/2010/main" val="2915149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pPr algn="l"/>
            <a:r>
              <a:rPr lang="en-ID" sz="1200" b="1" i="0" u="none" strike="noStrike" baseline="0" dirty="0">
                <a:latin typeface="TimesTenLTStd-Bold"/>
              </a:rPr>
              <a:t>Cryptographic algorithms: </a:t>
            </a:r>
            <a:r>
              <a:rPr lang="en-ID" sz="1200" b="0" i="0" u="none" strike="noStrike" baseline="0" dirty="0">
                <a:latin typeface="TimesTenLTStd-Roman"/>
              </a:rPr>
              <a:t>A reversible </a:t>
            </a:r>
            <a:r>
              <a:rPr lang="en-US" sz="1200" b="0" i="0" u="none" strike="noStrike" baseline="0" dirty="0">
                <a:latin typeface="TimesTenLTStd-Roman"/>
              </a:rPr>
              <a:t>cryptographic mechanism is simply an encryption algorithm that allows data to be encrypted and subsequently decrypted. Irreversible cryptographic mechanisms include hash algorithms and message authentication codes, which are used in digital signature and message authentication applications.</a:t>
            </a:r>
          </a:p>
          <a:p>
            <a:pPr algn="l"/>
            <a:endParaRPr lang="en-ID" dirty="0"/>
          </a:p>
          <a:p>
            <a:pPr algn="l"/>
            <a:r>
              <a:rPr lang="en-US" sz="1200" b="1" i="0" u="none" strike="noStrike" baseline="0" dirty="0">
                <a:latin typeface="TimesTenLTStd-Bold"/>
              </a:rPr>
              <a:t>Data integrity: </a:t>
            </a:r>
            <a:r>
              <a:rPr lang="en-US" sz="1200" b="0" i="0" u="none" strike="noStrike" baseline="0" dirty="0">
                <a:latin typeface="TimesTenLTStd-Roman"/>
              </a:rPr>
              <a:t>This category covers a variety of mechanisms used to assure the integrity of a data unit or stream of data units.</a:t>
            </a:r>
          </a:p>
          <a:p>
            <a:pPr algn="l"/>
            <a:endParaRPr lang="en-ID" dirty="0"/>
          </a:p>
          <a:p>
            <a:pPr algn="l"/>
            <a:r>
              <a:rPr lang="en-US" sz="1200" b="1" i="0" u="none" strike="noStrike" baseline="0" dirty="0">
                <a:latin typeface="TimesTenLTStd-Bold"/>
              </a:rPr>
              <a:t>Digital signature: </a:t>
            </a:r>
            <a:r>
              <a:rPr lang="en-US" sz="1200" b="0" i="0" u="none" strike="noStrike" baseline="0" dirty="0">
                <a:latin typeface="TimesTenLTStd-Roman"/>
              </a:rPr>
              <a:t>Data appended to, or a cryptographic transformation of, a data unit that allows a recipient of the data unit to prove the source and integrity of the data unit and protect against forgery.</a:t>
            </a:r>
            <a:endParaRPr lang="en-ID" sz="1200" b="0" i="0" u="none" strike="noStrike" baseline="0" dirty="0">
              <a:latin typeface="TimesTenLTStd-Roman"/>
            </a:endParaRPr>
          </a:p>
          <a:p>
            <a:pPr algn="l"/>
            <a:endParaRPr lang="en-ID" dirty="0"/>
          </a:p>
          <a:p>
            <a:pPr algn="l"/>
            <a:r>
              <a:rPr lang="en-US" sz="1200" b="1" i="0" u="none" strike="noStrike" baseline="0" dirty="0">
                <a:latin typeface="TimesTenLTStd-Bold"/>
              </a:rPr>
              <a:t>Authentication exchange: </a:t>
            </a:r>
            <a:r>
              <a:rPr lang="en-US" sz="1200" b="0" i="0" u="none" strike="noStrike" baseline="0" dirty="0">
                <a:latin typeface="TimesTenLTStd-Roman"/>
              </a:rPr>
              <a:t>A mechanism intended to ensure the identity of an entity by means of information exchange.</a:t>
            </a:r>
            <a:endParaRPr lang="en-ID" sz="1200" b="0" i="0" u="none" strike="noStrike" baseline="0" dirty="0">
              <a:latin typeface="TimesTenLTStd-Roman"/>
            </a:endParaRPr>
          </a:p>
          <a:p>
            <a:pPr algn="l"/>
            <a:endParaRPr lang="en-ID" dirty="0"/>
          </a:p>
          <a:p>
            <a:pPr algn="l"/>
            <a:r>
              <a:rPr lang="en-US" sz="1200" b="1" i="0" u="none" strike="noStrike" baseline="0" dirty="0">
                <a:latin typeface="TimesTenLTStd-Bold"/>
              </a:rPr>
              <a:t>Traffic padding: </a:t>
            </a:r>
            <a:r>
              <a:rPr lang="en-US" sz="1200" b="0" i="0" u="none" strike="noStrike" baseline="0" dirty="0">
                <a:latin typeface="TimesTenLTStd-Roman"/>
              </a:rPr>
              <a:t>The insertion of bits into gaps in a data stream to frustrate </a:t>
            </a:r>
            <a:r>
              <a:rPr lang="en-ID" sz="1200" b="0" i="0" u="none" strike="noStrike" baseline="0" dirty="0">
                <a:latin typeface="TimesTenLTStd-Roman"/>
              </a:rPr>
              <a:t>traffic analysis attempts.</a:t>
            </a:r>
          </a:p>
          <a:p>
            <a:pPr algn="l"/>
            <a:endParaRPr lang="en-ID" dirty="0"/>
          </a:p>
          <a:p>
            <a:pPr algn="l"/>
            <a:r>
              <a:rPr lang="en-US" sz="1200" b="1" i="0" u="none" strike="noStrike" baseline="0" dirty="0">
                <a:latin typeface="TimesTenLTStd-Bold"/>
              </a:rPr>
              <a:t>Routing control: </a:t>
            </a:r>
            <a:r>
              <a:rPr lang="en-US" sz="1200" b="0" i="0" u="none" strike="noStrike" baseline="0" dirty="0">
                <a:latin typeface="TimesTenLTStd-Roman"/>
              </a:rPr>
              <a:t>Enables selection of particular physically or logically secure routes for certain data and allows routing changes, especially when a breach of </a:t>
            </a:r>
            <a:r>
              <a:rPr lang="en-ID" sz="1200" b="0" i="0" u="none" strike="noStrike" baseline="0" dirty="0">
                <a:latin typeface="TimesTenLTStd-Roman"/>
              </a:rPr>
              <a:t>security is suspected.</a:t>
            </a:r>
          </a:p>
          <a:p>
            <a:pPr algn="l"/>
            <a:endParaRPr lang="en-ID" sz="1200" b="0" i="0" u="none" strike="noStrike" baseline="0" dirty="0">
              <a:latin typeface="TimesTenLTStd-Roman"/>
            </a:endParaRPr>
          </a:p>
          <a:p>
            <a:pPr algn="l"/>
            <a:r>
              <a:rPr lang="en-US" sz="1200" b="1" i="0" u="none" strike="noStrike" baseline="0" dirty="0">
                <a:latin typeface="TimesTenLTStd-Bold"/>
              </a:rPr>
              <a:t>Notarization: </a:t>
            </a:r>
            <a:r>
              <a:rPr lang="en-US" sz="1200" b="0" i="0" u="none" strike="noStrike" baseline="0" dirty="0">
                <a:latin typeface="TimesTenLTStd-Roman"/>
              </a:rPr>
              <a:t>The use of a trusted third party to assure certain properties of a </a:t>
            </a:r>
            <a:r>
              <a:rPr lang="en-ID" sz="1200" b="0" i="0" u="none" strike="noStrike" baseline="0" dirty="0">
                <a:latin typeface="TimesTenLTStd-Roman"/>
              </a:rPr>
              <a:t>data exchange.</a:t>
            </a:r>
          </a:p>
          <a:p>
            <a:pPr algn="l"/>
            <a:endParaRPr lang="en-ID" sz="1200" b="0" i="0" u="none" strike="noStrike" baseline="0" dirty="0">
              <a:latin typeface="TimesTenLTStd-Roman"/>
            </a:endParaRPr>
          </a:p>
          <a:p>
            <a:pPr algn="l"/>
            <a:r>
              <a:rPr lang="en-US" sz="1200" b="1" i="0" u="none" strike="noStrike" baseline="0" dirty="0">
                <a:latin typeface="TimesTenLTStd-Bold"/>
              </a:rPr>
              <a:t>Access control: </a:t>
            </a:r>
            <a:r>
              <a:rPr lang="en-US" sz="1200" b="0" i="0" u="none" strike="noStrike" baseline="0" dirty="0">
                <a:latin typeface="TimesTenLTStd-Roman"/>
              </a:rPr>
              <a:t>A variety of mechanisms that enforce access rights to </a:t>
            </a:r>
            <a:r>
              <a:rPr lang="en-ID" sz="1200" b="0" i="0" u="none" strike="noStrike" baseline="0" dirty="0">
                <a:latin typeface="TimesTenLTStd-Roman"/>
              </a:rPr>
              <a:t>resources.</a:t>
            </a:r>
          </a:p>
          <a:p>
            <a:pPr algn="l"/>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14</a:t>
            </a:fld>
            <a:endParaRPr lang="en-US"/>
          </a:p>
        </p:txBody>
      </p:sp>
    </p:spTree>
    <p:extLst>
      <p:ext uri="{BB962C8B-B14F-4D97-AF65-F5344CB8AC3E}">
        <p14:creationId xmlns:p14="http://schemas.microsoft.com/office/powerpoint/2010/main" val="1769065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16</a:t>
            </a:fld>
            <a:endParaRPr lang="en-US"/>
          </a:p>
        </p:txBody>
      </p:sp>
    </p:spTree>
    <p:extLst>
      <p:ext uri="{BB962C8B-B14F-4D97-AF65-F5344CB8AC3E}">
        <p14:creationId xmlns:p14="http://schemas.microsoft.com/office/powerpoint/2010/main" val="1222514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1. Included in this category are network protocol vulnerabilities, such as those used for a denial-of-service attack, disruption of communications links, and various forms of intruder attacks.</a:t>
            </a:r>
          </a:p>
          <a:p>
            <a:r>
              <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2. A particular focus in this category is Web server software.</a:t>
            </a:r>
          </a:p>
          <a:p>
            <a:endPar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n-US" sz="1800" b="0" i="0" u="none" strike="noStrike" baseline="0" dirty="0">
                <a:latin typeface="TimesTenLTStd-Roman"/>
              </a:rPr>
              <a:t>An attack surface analysis is a useful technique for assessing the scale and</a:t>
            </a:r>
          </a:p>
          <a:p>
            <a:pPr algn="l"/>
            <a:r>
              <a:rPr lang="en-US" sz="1800" b="0" i="0" u="none" strike="noStrike" baseline="0" dirty="0">
                <a:latin typeface="TimesTenLTStd-Roman"/>
              </a:rPr>
              <a:t>severity of threats to a system. A systematic analysis of points of vulnerability</a:t>
            </a:r>
          </a:p>
          <a:p>
            <a:pPr algn="l"/>
            <a:r>
              <a:rPr lang="en-US" sz="1800" b="0" i="0" u="none" strike="noStrike" baseline="0" dirty="0">
                <a:latin typeface="TimesTenLTStd-Roman"/>
              </a:rPr>
              <a:t>makes developers and security analysts aware of where security mechanisms are</a:t>
            </a:r>
          </a:p>
          <a:p>
            <a:pPr algn="l"/>
            <a:r>
              <a:rPr lang="en-US" sz="1800" b="0" i="0" u="none" strike="noStrike" baseline="0" dirty="0">
                <a:latin typeface="TimesTenLTStd-Roman"/>
              </a:rPr>
              <a:t>required. Once an attack surface is defined, designers may be able to find ways to</a:t>
            </a:r>
          </a:p>
          <a:p>
            <a:pPr algn="l"/>
            <a:r>
              <a:rPr lang="en-US" sz="1800" b="0" i="0" u="none" strike="noStrike" baseline="0" dirty="0">
                <a:latin typeface="TimesTenLTStd-Roman"/>
              </a:rPr>
              <a:t>make the surface smaller, thus making the task of the adversary more difficult. The</a:t>
            </a:r>
          </a:p>
          <a:p>
            <a:pPr algn="l"/>
            <a:r>
              <a:rPr lang="en-US" sz="1800" b="0" i="0" u="none" strike="noStrike" baseline="0" dirty="0">
                <a:latin typeface="TimesTenLTStd-Roman"/>
              </a:rPr>
              <a:t>attack surface also provides guidance on setting priorities for testing, strengthening</a:t>
            </a:r>
          </a:p>
          <a:p>
            <a:pPr algn="l"/>
            <a:r>
              <a:rPr lang="en-US" sz="1800" b="0" i="0" u="none" strike="noStrike" baseline="0" dirty="0">
                <a:latin typeface="TimesTenLTStd-Roman"/>
              </a:rPr>
              <a:t>security measures, and modifying the service or application</a:t>
            </a:r>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17</a:t>
            </a:fld>
            <a:endParaRPr lang="en-US"/>
          </a:p>
        </p:txBody>
      </p:sp>
    </p:spTree>
    <p:extLst>
      <p:ext uri="{BB962C8B-B14F-4D97-AF65-F5344CB8AC3E}">
        <p14:creationId xmlns:p14="http://schemas.microsoft.com/office/powerpoint/2010/main" val="1005348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18</a:t>
            </a:fld>
            <a:endParaRPr lang="en-US"/>
          </a:p>
        </p:txBody>
      </p:sp>
    </p:spTree>
    <p:extLst>
      <p:ext uri="{BB962C8B-B14F-4D97-AF65-F5344CB8AC3E}">
        <p14:creationId xmlns:p14="http://schemas.microsoft.com/office/powerpoint/2010/main" val="1842630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final nodes on the paths outward from the root, that is, the leaf nodes, represent different ways to initiate an attack. </a:t>
            </a:r>
          </a:p>
          <a:p>
            <a:r>
              <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Branches can be labeled with values representing difficulty, cost, or other attack attributes, so that alternative attacks can be compared.</a:t>
            </a:r>
          </a:p>
          <a:p>
            <a:endPar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n-US" sz="1800" b="0" i="0" u="none" strike="noStrike" baseline="0" dirty="0">
                <a:latin typeface="TimesTenLTStd-Roman"/>
              </a:rPr>
              <a:t>The motivation for the use of attack trees is to effectively exploit the information</a:t>
            </a:r>
          </a:p>
          <a:p>
            <a:pPr algn="l"/>
            <a:r>
              <a:rPr lang="en-US" sz="1800" b="0" i="0" u="none" strike="noStrike" baseline="0" dirty="0">
                <a:latin typeface="TimesTenLTStd-Roman"/>
              </a:rPr>
              <a:t>available on attack patterns. Organizations such as CERT publish security</a:t>
            </a:r>
          </a:p>
          <a:p>
            <a:pPr algn="l"/>
            <a:r>
              <a:rPr lang="en-US" sz="1800" b="0" i="0" u="none" strike="noStrike" baseline="0" dirty="0">
                <a:latin typeface="TimesTenLTStd-Roman"/>
              </a:rPr>
              <a:t>advisories that have enabled the development of a body of knowledge about both</a:t>
            </a:r>
          </a:p>
          <a:p>
            <a:pPr algn="l"/>
            <a:r>
              <a:rPr lang="en-US" sz="1800" b="0" i="0" u="none" strike="noStrike" baseline="0" dirty="0">
                <a:latin typeface="TimesTenLTStd-Roman"/>
              </a:rPr>
              <a:t>general attack strategies and specific attack patterns. Security analysts can use the</a:t>
            </a:r>
          </a:p>
          <a:p>
            <a:pPr algn="l"/>
            <a:r>
              <a:rPr lang="en-US" sz="1800" b="0" i="0" u="none" strike="noStrike" baseline="0" dirty="0">
                <a:latin typeface="TimesTenLTStd-Roman"/>
              </a:rPr>
              <a:t>attack tree to document security attacks in a structured form that reveals key vulnerabilities.</a:t>
            </a:r>
          </a:p>
          <a:p>
            <a:pPr algn="l"/>
            <a:r>
              <a:rPr lang="en-US" sz="1800" b="0" i="0" u="none" strike="noStrike" baseline="0" dirty="0">
                <a:latin typeface="TimesTenLTStd-Roman"/>
              </a:rPr>
              <a:t>The attack tree can guide both the design of systems and applications,</a:t>
            </a:r>
          </a:p>
          <a:p>
            <a:pPr algn="l"/>
            <a:r>
              <a:rPr lang="en-US" sz="1800" b="0" i="0" u="none" strike="noStrike" baseline="0" dirty="0">
                <a:latin typeface="TimesTenLTStd-Roman"/>
              </a:rPr>
              <a:t>and the choice and strength of countermeasures.</a:t>
            </a:r>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19</a:t>
            </a:fld>
            <a:endParaRPr lang="en-US"/>
          </a:p>
        </p:txBody>
      </p:sp>
    </p:spTree>
    <p:extLst>
      <p:ext uri="{BB962C8B-B14F-4D97-AF65-F5344CB8AC3E}">
        <p14:creationId xmlns:p14="http://schemas.microsoft.com/office/powerpoint/2010/main" val="3676827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20</a:t>
            </a:fld>
            <a:endParaRPr lang="en-US"/>
          </a:p>
        </p:txBody>
      </p:sp>
    </p:spTree>
    <p:extLst>
      <p:ext uri="{BB962C8B-B14F-4D97-AF65-F5344CB8AC3E}">
        <p14:creationId xmlns:p14="http://schemas.microsoft.com/office/powerpoint/2010/main" val="3148622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21</a:t>
            </a:fld>
            <a:endParaRPr lang="en-US"/>
          </a:p>
        </p:txBody>
      </p:sp>
    </p:spTree>
    <p:extLst>
      <p:ext uri="{BB962C8B-B14F-4D97-AF65-F5344CB8AC3E}">
        <p14:creationId xmlns:p14="http://schemas.microsoft.com/office/powerpoint/2010/main" val="2898839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228600" indent="-228600">
              <a:buAutoNum type="arabicPeriod"/>
            </a:pPr>
            <a:r>
              <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 adversary may also compromise token information using a variety of token attack tools, such as hacking the smartcard or using a brute force approach to guess the PIN. Another possible strategy is to embed malicious software to compromise the user’s login and password. An adversary may also attempt to obtain credential information via the communication channel (sniffing). </a:t>
            </a:r>
          </a:p>
          <a:p>
            <a:pPr marL="228600" indent="-228600">
              <a:buAutoNum type="arabicPeriod"/>
            </a:pPr>
            <a:r>
              <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Various schemes can be used to be able to impersonate the valid user and so gain access to the banking system.</a:t>
            </a:r>
          </a:p>
          <a:p>
            <a:pPr marL="228600" indent="-228600">
              <a:buAutoNum type="arabicPeriod"/>
            </a:pPr>
            <a:r>
              <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attack mechanism is based on distributed zombie personal computers, hosting automated programs for username- or password-based calculation.</a:t>
            </a:r>
          </a:p>
          <a:p>
            <a:pPr marL="0" indent="0">
              <a:buNone/>
            </a:pPr>
            <a:r>
              <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5. Once the user authenticates to the server, the attacker may utilize the known session ID to send packets to the IBS, spoofing the user’s identity</a:t>
            </a:r>
          </a:p>
          <a:p>
            <a:pPr marL="228600" indent="-228600">
              <a:buAutoNum type="arabicPeriod"/>
            </a:pPr>
            <a:endParaRPr lang="en-US" sz="1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228600" indent="-228600">
              <a:buAutoNum type="arabicPeriod"/>
            </a:pPr>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22</a:t>
            </a:fld>
            <a:endParaRPr lang="en-US"/>
          </a:p>
        </p:txBody>
      </p:sp>
    </p:spTree>
    <p:extLst>
      <p:ext uri="{BB962C8B-B14F-4D97-AF65-F5344CB8AC3E}">
        <p14:creationId xmlns:p14="http://schemas.microsoft.com/office/powerpoint/2010/main" val="3000222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228600" indent="-228600">
              <a:buAutoNum type="arabicPeriod"/>
            </a:pPr>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24</a:t>
            </a:fld>
            <a:endParaRPr lang="en-US"/>
          </a:p>
        </p:txBody>
      </p:sp>
    </p:spTree>
    <p:extLst>
      <p:ext uri="{BB962C8B-B14F-4D97-AF65-F5344CB8AC3E}">
        <p14:creationId xmlns:p14="http://schemas.microsoft.com/office/powerpoint/2010/main" val="18564462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228600" indent="-228600">
              <a:buAutoNum type="arabicPeriod"/>
            </a:pPr>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25</a:t>
            </a:fld>
            <a:endParaRPr lang="en-US"/>
          </a:p>
        </p:txBody>
      </p:sp>
    </p:spTree>
    <p:extLst>
      <p:ext uri="{BB962C8B-B14F-4D97-AF65-F5344CB8AC3E}">
        <p14:creationId xmlns:p14="http://schemas.microsoft.com/office/powerpoint/2010/main" val="16638658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228600" indent="-228600">
              <a:buAutoNum type="arabicPeriod"/>
            </a:pPr>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26</a:t>
            </a:fld>
            <a:endParaRPr lang="en-US"/>
          </a:p>
        </p:txBody>
      </p:sp>
    </p:spTree>
    <p:extLst>
      <p:ext uri="{BB962C8B-B14F-4D97-AF65-F5344CB8AC3E}">
        <p14:creationId xmlns:p14="http://schemas.microsoft.com/office/powerpoint/2010/main" val="22234970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pPr algn="l"/>
            <a:r>
              <a:rPr lang="en-US" sz="1200" b="1" i="0" u="none" strike="noStrike" baseline="0" dirty="0">
                <a:latin typeface="TimesTenLTStd-Bold"/>
              </a:rPr>
              <a:t>National Institute of Standards and Technology: </a:t>
            </a:r>
            <a:r>
              <a:rPr lang="en-US" sz="1200" b="0" i="0" u="none" strike="noStrike" baseline="0" dirty="0">
                <a:latin typeface="TimesTenLTStd-Roman"/>
              </a:rPr>
              <a:t>NIST is a U.S. federal agency</a:t>
            </a:r>
          </a:p>
          <a:p>
            <a:pPr algn="l"/>
            <a:r>
              <a:rPr lang="en-US" sz="1200" b="0" i="0" u="none" strike="noStrike" baseline="0" dirty="0">
                <a:latin typeface="TimesTenLTStd-Roman"/>
              </a:rPr>
              <a:t>that deals with measurement science, standards, and technology related to</a:t>
            </a:r>
          </a:p>
          <a:p>
            <a:pPr algn="l"/>
            <a:r>
              <a:rPr lang="en-US" sz="1200" b="0" i="0" u="none" strike="noStrike" baseline="0" dirty="0">
                <a:latin typeface="TimesTenLTStd-Roman"/>
              </a:rPr>
              <a:t>U.S. government use and to the promotion of U.S. private-sector innovation</a:t>
            </a:r>
          </a:p>
          <a:p>
            <a:pPr algn="l"/>
            <a:endParaRPr lang="en-US" sz="1200" b="0" i="0" u="none" strike="noStrike" baseline="0" dirty="0">
              <a:latin typeface="TimesTenLTStd-Roman"/>
            </a:endParaRPr>
          </a:p>
          <a:p>
            <a:pPr algn="l"/>
            <a:r>
              <a:rPr lang="en-US" sz="1200" b="1" i="0" u="none" strike="noStrike" baseline="0" dirty="0">
                <a:latin typeface="TimesTenLTStd-Bold"/>
              </a:rPr>
              <a:t>Internet Society: </a:t>
            </a:r>
            <a:r>
              <a:rPr lang="en-US" sz="1200" b="0" i="0" u="none" strike="noStrike" baseline="0" dirty="0">
                <a:latin typeface="TimesTenLTStd-Roman"/>
              </a:rPr>
              <a:t>ISOC is a professional membership society with worldwide</a:t>
            </a:r>
          </a:p>
          <a:p>
            <a:pPr algn="l"/>
            <a:r>
              <a:rPr lang="en-US" sz="1200" b="0" i="0" u="none" strike="noStrike" baseline="0" dirty="0">
                <a:latin typeface="TimesTenLTStd-Roman"/>
              </a:rPr>
              <a:t>organizational and individual membership. It provides leadership in addressing</a:t>
            </a:r>
          </a:p>
          <a:p>
            <a:pPr algn="l"/>
            <a:r>
              <a:rPr lang="en-US" sz="1200" b="0" i="0" u="none" strike="noStrike" baseline="0" dirty="0">
                <a:latin typeface="TimesTenLTStd-Roman"/>
              </a:rPr>
              <a:t>issues that confront the future of the Internet and is the organization home</a:t>
            </a:r>
          </a:p>
          <a:p>
            <a:pPr algn="l"/>
            <a:r>
              <a:rPr lang="en-US" sz="1200" b="0" i="0" u="none" strike="noStrike" baseline="0" dirty="0">
                <a:latin typeface="TimesTenLTStd-Roman"/>
              </a:rPr>
              <a:t>for the groups responsible for Internet infrastructure standards, including the</a:t>
            </a:r>
          </a:p>
          <a:p>
            <a:pPr algn="l"/>
            <a:r>
              <a:rPr lang="en-US" sz="1200" b="0" i="0" u="none" strike="noStrike" baseline="0" dirty="0">
                <a:latin typeface="TimesTenLTStd-Roman"/>
              </a:rPr>
              <a:t>Internet Engineering Task Force (IETF) and the Internet Architecture Board</a:t>
            </a:r>
          </a:p>
          <a:p>
            <a:pPr algn="l"/>
            <a:r>
              <a:rPr lang="en-ID" sz="1200" b="0" i="0" u="none" strike="noStrike" baseline="0" dirty="0">
                <a:latin typeface="TimesTenLTStd-Roman"/>
              </a:rPr>
              <a:t>(IAB).</a:t>
            </a:r>
            <a:endParaRPr lang="en-US" sz="1200" b="0" i="0" u="none" strike="noStrike" baseline="0" dirty="0">
              <a:latin typeface="TimesTenLTStd-Roman"/>
            </a:endParaRPr>
          </a:p>
          <a:p>
            <a:pPr algn="l"/>
            <a:endParaRPr lang="en-US" sz="1200" b="0" i="0" u="none" strike="noStrike" baseline="0" dirty="0">
              <a:latin typeface="TimesTenLTStd-Roman"/>
            </a:endParaRPr>
          </a:p>
          <a:p>
            <a:pPr algn="l"/>
            <a:r>
              <a:rPr lang="en-US" sz="1200" b="1" i="0" u="none" strike="noStrike" baseline="0" dirty="0">
                <a:latin typeface="TimesTenLTStd-Bold"/>
              </a:rPr>
              <a:t>ITU-T: </a:t>
            </a:r>
            <a:r>
              <a:rPr lang="en-US" sz="1200" b="0" i="0" u="none" strike="noStrike" baseline="0" dirty="0">
                <a:latin typeface="TimesTenLTStd-Roman"/>
              </a:rPr>
              <a:t>The International Telecommunication Union (ITU) is an international</a:t>
            </a:r>
          </a:p>
          <a:p>
            <a:pPr algn="l"/>
            <a:r>
              <a:rPr lang="en-US" sz="1200" b="0" i="0" u="none" strike="noStrike" baseline="0" dirty="0">
                <a:latin typeface="TimesTenLTStd-Roman"/>
              </a:rPr>
              <a:t>organization within the United Nations System in which governments and</a:t>
            </a:r>
          </a:p>
          <a:p>
            <a:pPr algn="l"/>
            <a:r>
              <a:rPr lang="en-US" sz="1200" b="0" i="0" u="none" strike="noStrike" baseline="0" dirty="0">
                <a:latin typeface="TimesTenLTStd-Roman"/>
              </a:rPr>
              <a:t>the private sector coordinate global telecom networks and services</a:t>
            </a:r>
            <a:endParaRPr lang="en-US" sz="1200" b="1" i="0" u="none" strike="noStrike" baseline="0" dirty="0">
              <a:latin typeface="TimesTenLTStd-Bold"/>
            </a:endParaRPr>
          </a:p>
          <a:p>
            <a:pPr algn="l"/>
            <a:endParaRPr lang="en-US" sz="1200" b="1" i="0" u="none" strike="noStrike" baseline="0" dirty="0">
              <a:latin typeface="TimesTenLTStd-Bold"/>
            </a:endParaRPr>
          </a:p>
          <a:p>
            <a:pPr algn="l"/>
            <a:r>
              <a:rPr lang="en-US" sz="1200" b="1" i="0" u="none" strike="noStrike" baseline="0" dirty="0">
                <a:latin typeface="TimesTenLTStd-Bold"/>
              </a:rPr>
              <a:t>ISO: </a:t>
            </a:r>
            <a:r>
              <a:rPr lang="en-US" sz="1200" b="0" i="0" u="none" strike="noStrike" baseline="0" dirty="0">
                <a:latin typeface="TimesTenLTStd-Roman"/>
              </a:rPr>
              <a:t>The International Organization for Standardization (ISO) is a worldwide</a:t>
            </a:r>
          </a:p>
          <a:p>
            <a:pPr algn="l"/>
            <a:r>
              <a:rPr lang="en-US" sz="1200" b="0" i="0" u="none" strike="noStrike" baseline="0" dirty="0">
                <a:latin typeface="TimesTenLTStd-Roman"/>
              </a:rPr>
              <a:t>federation of national standards bodies from more than 140 countries, one from</a:t>
            </a:r>
          </a:p>
          <a:p>
            <a:pPr algn="l"/>
            <a:r>
              <a:rPr lang="en-US" sz="1200" b="0" i="0" u="none" strike="noStrike" baseline="0" dirty="0">
                <a:latin typeface="TimesTenLTStd-Roman"/>
              </a:rPr>
              <a:t>each country. ISO is a nongovernmental organization that promotes the development</a:t>
            </a:r>
          </a:p>
          <a:p>
            <a:pPr algn="l"/>
            <a:r>
              <a:rPr lang="en-US" sz="1200" b="0" i="0" u="none" strike="noStrike" baseline="0" dirty="0">
                <a:latin typeface="TimesTenLTStd-Roman"/>
              </a:rPr>
              <a:t>of standardization and related activities with a view to facilitating the</a:t>
            </a:r>
          </a:p>
          <a:p>
            <a:pPr algn="l"/>
            <a:r>
              <a:rPr lang="en-US" sz="1200" b="0" i="0" u="none" strike="noStrike" baseline="0" dirty="0">
                <a:latin typeface="TimesTenLTStd-Roman"/>
              </a:rPr>
              <a:t>international exchange of goods and services and to developing cooperation in</a:t>
            </a:r>
          </a:p>
          <a:p>
            <a:pPr algn="l"/>
            <a:r>
              <a:rPr lang="en-US" sz="1200" b="0" i="0" u="none" strike="noStrike" baseline="0" dirty="0">
                <a:latin typeface="TimesTenLTStd-Roman"/>
              </a:rPr>
              <a:t>the spheres of intellectual, scientific, technological, and economic activity.</a:t>
            </a:r>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28</a:t>
            </a:fld>
            <a:endParaRPr lang="en-US"/>
          </a:p>
        </p:txBody>
      </p:sp>
    </p:spTree>
    <p:extLst>
      <p:ext uri="{BB962C8B-B14F-4D97-AF65-F5344CB8AC3E}">
        <p14:creationId xmlns:p14="http://schemas.microsoft.com/office/powerpoint/2010/main" val="27151304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12.svg"/><Relationship Id="rId10" Type="http://schemas.openxmlformats.org/officeDocument/2006/relationships/image" Target="../media/image8.png"/><Relationship Id="rId4" Type="http://schemas.openxmlformats.org/officeDocument/2006/relationships/image" Target="../media/image11.png"/><Relationship Id="rId9" Type="http://schemas.openxmlformats.org/officeDocument/2006/relationships/image" Target="../media/image16.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ChangeAspect="1"/>
          </p:cNvPicPr>
          <p:nvPr userDrawn="1"/>
        </p:nvPicPr>
        <p:blipFill>
          <a:blip r:embed="rId2" cstate="screen">
            <a:alphaModFix/>
          </a:blip>
          <a:srcRect/>
          <a:stretch>
            <a:fillRect/>
          </a:stretch>
        </p:blipFill>
        <p:spPr bwMode="auto">
          <a:xfrm>
            <a:off x="0" y="5758"/>
            <a:ext cx="24384000" cy="13704484"/>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9EA64FB5-AD3D-6B4E-9CDC-DAE578F5C07C}"/>
              </a:ext>
            </a:extLst>
          </p:cNvPr>
          <p:cNvPicPr>
            <a:picLocks noChangeAspect="1"/>
          </p:cNvPicPr>
          <p:nvPr userDrawn="1"/>
        </p:nvPicPr>
        <p:blipFill rotWithShape="1">
          <a:blip r:embed="rId3"/>
          <a:srcRect l="20942" t="89154" r="21091" b="4449"/>
          <a:stretch/>
        </p:blipFill>
        <p:spPr>
          <a:xfrm>
            <a:off x="11590156" y="1171979"/>
            <a:ext cx="9136245" cy="1133574"/>
          </a:xfrm>
          <a:prstGeom prst="rect">
            <a:avLst/>
          </a:prstGeom>
          <a:ln w="3175">
            <a:noFill/>
          </a:ln>
        </p:spPr>
      </p:pic>
      <p:pic>
        <p:nvPicPr>
          <p:cNvPr id="11" name="Picture 10">
            <a:extLst>
              <a:ext uri="{FF2B5EF4-FFF2-40B4-BE49-F238E27FC236}">
                <a16:creationId xmlns:a16="http://schemas.microsoft.com/office/drawing/2014/main" id="{0D00FE9A-5B56-CC4A-AE9A-C22895A4A6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0486402" y="478533"/>
            <a:ext cx="3897598" cy="219078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8/2/2023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24384000" cy="13704484"/>
          </a:xfrm>
          <a:prstGeom prst="rect">
            <a:avLst/>
          </a:prstGeom>
          <a:noFill/>
          <a:ln w="9525">
            <a:noFill/>
            <a:miter lim="800000"/>
            <a:headEnd/>
            <a:tailEnd/>
          </a:ln>
        </p:spPr>
      </p:pic>
      <p:sp>
        <p:nvSpPr>
          <p:cNvPr id="9" name="Title Placeholder 1"/>
          <p:cNvSpPr>
            <a:spLocks noGrp="1"/>
          </p:cNvSpPr>
          <p:nvPr>
            <p:ph type="title"/>
          </p:nvPr>
        </p:nvSpPr>
        <p:spPr bwMode="auto">
          <a:xfrm>
            <a:off x="2824823" y="1358937"/>
            <a:ext cx="21943062" cy="2286000"/>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2824823" y="3644934"/>
            <a:ext cx="21943062" cy="9051869"/>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5317F68B-01F1-E94A-99D3-3F09D8A936B7}"/>
              </a:ext>
            </a:extLst>
          </p:cNvPr>
          <p:cNvPicPr>
            <a:picLocks noChangeAspect="1"/>
          </p:cNvPicPr>
          <p:nvPr userDrawn="1"/>
        </p:nvPicPr>
        <p:blipFill rotWithShape="1">
          <a:blip r:embed="rId3"/>
          <a:srcRect l="20942" t="89154" r="21091" b="4449"/>
          <a:stretch/>
        </p:blipFill>
        <p:spPr>
          <a:xfrm>
            <a:off x="7739287" y="12357282"/>
            <a:ext cx="9136245" cy="1133574"/>
          </a:xfrm>
          <a:prstGeom prst="rect">
            <a:avLst/>
          </a:prstGeom>
          <a:ln w="3175">
            <a:noFill/>
          </a:ln>
        </p:spPr>
      </p:pic>
      <p:pic>
        <p:nvPicPr>
          <p:cNvPr id="11" name="Picture 10">
            <a:extLst>
              <a:ext uri="{FF2B5EF4-FFF2-40B4-BE49-F238E27FC236}">
                <a16:creationId xmlns:a16="http://schemas.microsoft.com/office/drawing/2014/main" id="{B629EBDB-E5DA-C246-981F-4C19F8FC45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0486402" y="478533"/>
            <a:ext cx="3897598" cy="219078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6169" y="8813801"/>
            <a:ext cx="20726399" cy="2724150"/>
          </a:xfrm>
        </p:spPr>
        <p:txBody>
          <a:bodyPr anchor="t"/>
          <a:lstStyle>
            <a:lvl1pPr algn="l">
              <a:defRPr sz="10493" b="1" cap="all"/>
            </a:lvl1pPr>
          </a:lstStyle>
          <a:p>
            <a:r>
              <a:rPr lang="en-US"/>
              <a:t>Click to edit Master title style</a:t>
            </a:r>
          </a:p>
        </p:txBody>
      </p:sp>
      <p:sp>
        <p:nvSpPr>
          <p:cNvPr id="3" name="Text Placeholder 2"/>
          <p:cNvSpPr>
            <a:spLocks noGrp="1"/>
          </p:cNvSpPr>
          <p:nvPr>
            <p:ph type="body" idx="1"/>
          </p:nvPr>
        </p:nvSpPr>
        <p:spPr>
          <a:xfrm>
            <a:off x="1926169" y="5813430"/>
            <a:ext cx="20726399" cy="3000374"/>
          </a:xfrm>
        </p:spPr>
        <p:txBody>
          <a:bodyPr anchor="b"/>
          <a:lstStyle>
            <a:lvl1pPr marL="0" indent="0">
              <a:buNone/>
              <a:defRPr sz="5247">
                <a:solidFill>
                  <a:schemeClr val="tx1">
                    <a:tint val="75000"/>
                  </a:schemeClr>
                </a:solidFill>
              </a:defRPr>
            </a:lvl1pPr>
            <a:lvl2pPr marL="1189473" indent="0">
              <a:buNone/>
              <a:defRPr sz="4790">
                <a:solidFill>
                  <a:schemeClr val="tx1">
                    <a:tint val="75000"/>
                  </a:schemeClr>
                </a:solidFill>
              </a:defRPr>
            </a:lvl2pPr>
            <a:lvl3pPr marL="2378946" indent="0">
              <a:buNone/>
              <a:defRPr sz="4106">
                <a:solidFill>
                  <a:schemeClr val="tx1">
                    <a:tint val="75000"/>
                  </a:schemeClr>
                </a:solidFill>
              </a:defRPr>
            </a:lvl3pPr>
            <a:lvl4pPr marL="3568419" indent="0">
              <a:buNone/>
              <a:defRPr sz="3649">
                <a:solidFill>
                  <a:schemeClr val="tx1">
                    <a:tint val="75000"/>
                  </a:schemeClr>
                </a:solidFill>
              </a:defRPr>
            </a:lvl4pPr>
            <a:lvl5pPr marL="4757891" indent="0">
              <a:buNone/>
              <a:defRPr sz="3649">
                <a:solidFill>
                  <a:schemeClr val="tx1">
                    <a:tint val="75000"/>
                  </a:schemeClr>
                </a:solidFill>
              </a:defRPr>
            </a:lvl5pPr>
            <a:lvl6pPr marL="5947366" indent="0">
              <a:buNone/>
              <a:defRPr sz="3649">
                <a:solidFill>
                  <a:schemeClr val="tx1">
                    <a:tint val="75000"/>
                  </a:schemeClr>
                </a:solidFill>
              </a:defRPr>
            </a:lvl6pPr>
            <a:lvl7pPr marL="7136839" indent="0">
              <a:buNone/>
              <a:defRPr sz="3649">
                <a:solidFill>
                  <a:schemeClr val="tx1">
                    <a:tint val="75000"/>
                  </a:schemeClr>
                </a:solidFill>
              </a:defRPr>
            </a:lvl7pPr>
            <a:lvl8pPr marL="8326310" indent="0">
              <a:buNone/>
              <a:defRPr sz="3649">
                <a:solidFill>
                  <a:schemeClr val="tx1">
                    <a:tint val="75000"/>
                  </a:schemeClr>
                </a:solidFill>
              </a:defRPr>
            </a:lvl8pPr>
            <a:lvl9pPr marL="9515785" indent="0">
              <a:buNone/>
              <a:defRPr sz="364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8/2/2023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pic>
        <p:nvPicPr>
          <p:cNvPr id="7" name="Picture 6">
            <a:extLst>
              <a:ext uri="{FF2B5EF4-FFF2-40B4-BE49-F238E27FC236}">
                <a16:creationId xmlns:a16="http://schemas.microsoft.com/office/drawing/2014/main" id="{EB33BA03-3A39-B849-9650-5243CD565A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486402" y="478533"/>
            <a:ext cx="3897598" cy="219078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19202" y="3200405"/>
            <a:ext cx="10769599" cy="9051925"/>
          </a:xfrm>
        </p:spPr>
        <p:txBody>
          <a:bodyPr/>
          <a:lstStyle>
            <a:lvl1pPr>
              <a:defRPr sz="7300"/>
            </a:lvl1pPr>
            <a:lvl2pPr>
              <a:defRPr sz="6159"/>
            </a:lvl2pPr>
            <a:lvl3pPr>
              <a:defRPr sz="5247"/>
            </a:lvl3pPr>
            <a:lvl4pPr>
              <a:defRPr sz="4790"/>
            </a:lvl4pPr>
            <a:lvl5pPr>
              <a:defRPr sz="4790"/>
            </a:lvl5pPr>
            <a:lvl6pPr>
              <a:defRPr sz="4790"/>
            </a:lvl6pPr>
            <a:lvl7pPr>
              <a:defRPr sz="4790"/>
            </a:lvl7pPr>
            <a:lvl8pPr>
              <a:defRPr sz="4790"/>
            </a:lvl8pPr>
            <a:lvl9pPr>
              <a:defRPr sz="479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95202" y="3200405"/>
            <a:ext cx="10769599" cy="9051925"/>
          </a:xfrm>
        </p:spPr>
        <p:txBody>
          <a:bodyPr/>
          <a:lstStyle>
            <a:lvl1pPr>
              <a:defRPr sz="7300"/>
            </a:lvl1pPr>
            <a:lvl2pPr>
              <a:defRPr sz="6159"/>
            </a:lvl2pPr>
            <a:lvl3pPr>
              <a:defRPr sz="5247"/>
            </a:lvl3pPr>
            <a:lvl4pPr>
              <a:defRPr sz="4790"/>
            </a:lvl4pPr>
            <a:lvl5pPr>
              <a:defRPr sz="4790"/>
            </a:lvl5pPr>
            <a:lvl6pPr>
              <a:defRPr sz="4790"/>
            </a:lvl6pPr>
            <a:lvl7pPr>
              <a:defRPr sz="4790"/>
            </a:lvl7pPr>
            <a:lvl8pPr>
              <a:defRPr sz="4790"/>
            </a:lvl8pPr>
            <a:lvl9pPr>
              <a:defRPr sz="479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8/2/2023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24384000" cy="13704484"/>
          </a:xfrm>
          <a:prstGeom prst="rect">
            <a:avLst/>
          </a:prstGeom>
          <a:noFill/>
          <a:ln w="9525">
            <a:noFill/>
            <a:miter lim="800000"/>
            <a:headEnd/>
            <a:tailEnd/>
          </a:ln>
        </p:spPr>
      </p:pic>
      <p:sp>
        <p:nvSpPr>
          <p:cNvPr id="10" name="Title Placeholder 1"/>
          <p:cNvSpPr>
            <a:spLocks noGrp="1"/>
          </p:cNvSpPr>
          <p:nvPr>
            <p:ph type="title"/>
          </p:nvPr>
        </p:nvSpPr>
        <p:spPr bwMode="auto">
          <a:xfrm>
            <a:off x="2781363" y="1082544"/>
            <a:ext cx="21943062" cy="2286000"/>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2781363" y="3368541"/>
            <a:ext cx="21943062" cy="9051869"/>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descr="A screenshot of a cell phone&#10;&#10;Description automatically generated">
            <a:extLst>
              <a:ext uri="{FF2B5EF4-FFF2-40B4-BE49-F238E27FC236}">
                <a16:creationId xmlns:a16="http://schemas.microsoft.com/office/drawing/2014/main" id="{E24EA1D8-E779-9B4C-A906-459512BC2D87}"/>
              </a:ext>
            </a:extLst>
          </p:cNvPr>
          <p:cNvPicPr>
            <a:picLocks noChangeAspect="1"/>
          </p:cNvPicPr>
          <p:nvPr userDrawn="1"/>
        </p:nvPicPr>
        <p:blipFill rotWithShape="1">
          <a:blip r:embed="rId3"/>
          <a:srcRect l="20942" t="89154" r="21091" b="4449"/>
          <a:stretch/>
        </p:blipFill>
        <p:spPr>
          <a:xfrm>
            <a:off x="7643041" y="12232905"/>
            <a:ext cx="9136245" cy="1133574"/>
          </a:xfrm>
          <a:prstGeom prst="rect">
            <a:avLst/>
          </a:prstGeom>
          <a:ln w="3175">
            <a:noFill/>
          </a:ln>
        </p:spPr>
      </p:pic>
      <p:pic>
        <p:nvPicPr>
          <p:cNvPr id="12" name="Picture 11">
            <a:extLst>
              <a:ext uri="{FF2B5EF4-FFF2-40B4-BE49-F238E27FC236}">
                <a16:creationId xmlns:a16="http://schemas.microsoft.com/office/drawing/2014/main" id="{3DC9F73C-0878-E542-8513-40978819055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0486402" y="478533"/>
            <a:ext cx="3897598" cy="219078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8/2/2023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2781363" y="1082544"/>
            <a:ext cx="21943062" cy="2286000"/>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2781363" y="3368541"/>
            <a:ext cx="21943062" cy="9051869"/>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0859D3EC-5E23-3B41-9DA0-38316698BC36}"/>
              </a:ext>
            </a:extLst>
          </p:cNvPr>
          <p:cNvPicPr>
            <a:picLocks noChangeAspect="1"/>
          </p:cNvPicPr>
          <p:nvPr userDrawn="1"/>
        </p:nvPicPr>
        <p:blipFill rotWithShape="1">
          <a:blip r:embed="rId2"/>
          <a:srcRect l="20942" t="89154" r="21091" b="4449"/>
          <a:stretch/>
        </p:blipFill>
        <p:spPr>
          <a:xfrm>
            <a:off x="7623878" y="12295094"/>
            <a:ext cx="9136245" cy="1133574"/>
          </a:xfrm>
          <a:prstGeom prst="rect">
            <a:avLst/>
          </a:prstGeom>
          <a:ln w="3175">
            <a:noFill/>
          </a:ln>
        </p:spPr>
      </p:pic>
      <p:pic>
        <p:nvPicPr>
          <p:cNvPr id="13" name="Picture 12">
            <a:extLst>
              <a:ext uri="{FF2B5EF4-FFF2-40B4-BE49-F238E27FC236}">
                <a16:creationId xmlns:a16="http://schemas.microsoft.com/office/drawing/2014/main" id="{07D22DC1-2584-BA45-ADB4-CB64B76C91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86402" y="478533"/>
            <a:ext cx="3897598" cy="21907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8/2/2023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2781363" y="1002622"/>
            <a:ext cx="21943062" cy="2286000"/>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2781363" y="3368541"/>
            <a:ext cx="21943062" cy="9051869"/>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7623878" y="12308913"/>
            <a:ext cx="9136245" cy="1133574"/>
          </a:xfrm>
          <a:prstGeom prst="rect">
            <a:avLst/>
          </a:prstGeom>
          <a:ln w="3175">
            <a:noFill/>
          </a:ln>
        </p:spPr>
      </p:pic>
      <p:pic>
        <p:nvPicPr>
          <p:cNvPr id="8" name="Picture 7">
            <a:extLst>
              <a:ext uri="{FF2B5EF4-FFF2-40B4-BE49-F238E27FC236}">
                <a16:creationId xmlns:a16="http://schemas.microsoft.com/office/drawing/2014/main" id="{1A1711B1-0CB2-3642-B322-BB9057DC06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86402" y="398611"/>
            <a:ext cx="3897598" cy="219078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2" y="10608561"/>
            <a:ext cx="1016000" cy="88901"/>
          </a:xfrm>
          <a:prstGeom prst="roundRect">
            <a:avLst>
              <a:gd name="adj" fmla="val 50000"/>
            </a:avLst>
          </a:prstGeom>
          <a:solidFill>
            <a:srgbClr val="F08700"/>
          </a:solidFill>
          <a:ln w="12700">
            <a:miter lim="400000"/>
          </a:ln>
        </p:spPr>
        <p:txBody>
          <a:bodyPr lIns="50797" tIns="50797" rIns="50797" bIns="50797" anchor="ctr"/>
          <a:lstStyle/>
          <a:p>
            <a:pPr defTabSz="825357">
              <a:defRPr sz="3200">
                <a:solidFill>
                  <a:srgbClr val="FFFFFF"/>
                </a:solidFill>
                <a:latin typeface="Helvetica Neue Medium"/>
                <a:ea typeface="Helvetica Neue Medium"/>
                <a:cs typeface="Helvetica Neue Medium"/>
                <a:sym typeface="Helvetica Neue Medium"/>
              </a:defRPr>
            </a:pPr>
            <a:endParaRPr sz="3201"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2" y="10608561"/>
            <a:ext cx="1016000" cy="88901"/>
          </a:xfrm>
          <a:prstGeom prst="roundRect">
            <a:avLst>
              <a:gd name="adj" fmla="val 50000"/>
            </a:avLst>
          </a:prstGeom>
          <a:solidFill>
            <a:srgbClr val="F08700"/>
          </a:solidFill>
          <a:ln w="12700">
            <a:miter lim="400000"/>
          </a:ln>
        </p:spPr>
        <p:txBody>
          <a:bodyPr lIns="50797" tIns="50797" rIns="50797" bIns="50797" anchor="ctr"/>
          <a:lstStyle/>
          <a:p>
            <a:pPr defTabSz="825357">
              <a:defRPr sz="3200">
                <a:solidFill>
                  <a:srgbClr val="FFFFFF"/>
                </a:solidFill>
                <a:latin typeface="Helvetica Neue Medium"/>
                <a:ea typeface="Helvetica Neue Medium"/>
                <a:cs typeface="Helvetica Neue Medium"/>
                <a:sym typeface="Helvetica Neue Medium"/>
              </a:defRPr>
            </a:pPr>
            <a:endParaRPr sz="3201"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3" y="6754850"/>
            <a:ext cx="21971002" cy="1905000"/>
          </a:xfrm>
          <a:prstGeom prst="rect">
            <a:avLst/>
          </a:prstGeom>
        </p:spPr>
        <p:txBody>
          <a:bodyPr/>
          <a:lstStyle>
            <a:lvl1pPr marL="0" indent="0" algn="ctr" defTabSz="825357">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122" defTabSz="825357">
              <a:lnSpc>
                <a:spcPct val="100000"/>
              </a:lnSpc>
              <a:spcBef>
                <a:spcPts val="0"/>
              </a:spcBef>
              <a:buSzTx/>
              <a:buNone/>
              <a:defRPr sz="5501" b="1"/>
            </a:lvl2pPr>
            <a:lvl3pPr marL="0" indent="914243" defTabSz="825357">
              <a:lnSpc>
                <a:spcPct val="100000"/>
              </a:lnSpc>
              <a:spcBef>
                <a:spcPts val="0"/>
              </a:spcBef>
              <a:buSzTx/>
              <a:buNone/>
              <a:defRPr sz="5501" b="1"/>
            </a:lvl3pPr>
            <a:lvl4pPr marL="0" indent="1371361" defTabSz="825357">
              <a:lnSpc>
                <a:spcPct val="100000"/>
              </a:lnSpc>
              <a:spcBef>
                <a:spcPts val="0"/>
              </a:spcBef>
              <a:buSzTx/>
              <a:buNone/>
              <a:defRPr sz="5501" b="1"/>
            </a:lvl4pPr>
            <a:lvl5pPr marL="0" indent="1828482" defTabSz="825357">
              <a:lnSpc>
                <a:spcPct val="100000"/>
              </a:lnSpc>
              <a:spcBef>
                <a:spcPts val="0"/>
              </a:spcBef>
              <a:buSzTx/>
              <a:buNone/>
              <a:defRPr sz="5501"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2"/>
            <a:ext cx="21971004" cy="3917819"/>
          </a:xfrm>
          <a:prstGeom prst="rect">
            <a:avLst/>
          </a:prstGeom>
        </p:spPr>
        <p:txBody>
          <a:bodyPr anchor="b">
            <a:normAutofit/>
          </a:bodyPr>
          <a:lstStyle>
            <a:lvl1pPr algn="ctr">
              <a:defRPr kumimoji="0" sz="11999"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1" y="11538584"/>
            <a:ext cx="4212692" cy="745887"/>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4" y="11100826"/>
            <a:ext cx="4055341" cy="3509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389">
              <a:lnSpc>
                <a:spcPct val="80000"/>
              </a:lnSpc>
              <a:defRPr sz="3600">
                <a:solidFill>
                  <a:srgbClr val="FFFFFF"/>
                </a:solidFill>
                <a:latin typeface="Open Sans Light"/>
                <a:ea typeface="Open Sans Light"/>
                <a:cs typeface="Open Sans Light"/>
                <a:sym typeface="Open Sans"/>
              </a:defRPr>
            </a:pPr>
            <a:r>
              <a:rPr lang="en-US" sz="2798" dirty="0"/>
              <a:t>SUBJECT MATTER EXPERT</a:t>
            </a:r>
            <a:endParaRPr sz="2798"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424729037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9998"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4047080745"/>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2" y="9025090"/>
            <a:ext cx="1016000" cy="88901"/>
          </a:xfrm>
          <a:prstGeom prst="roundRect">
            <a:avLst>
              <a:gd name="adj" fmla="val 50000"/>
            </a:avLst>
          </a:prstGeom>
          <a:solidFill>
            <a:srgbClr val="F08700"/>
          </a:solidFill>
          <a:ln w="12700">
            <a:miter lim="400000"/>
          </a:ln>
        </p:spPr>
        <p:txBody>
          <a:bodyPr lIns="50797" tIns="50797" rIns="50797" bIns="50797" anchor="ctr"/>
          <a:lstStyle/>
          <a:p>
            <a:pPr defTabSz="825357">
              <a:defRPr sz="3200">
                <a:solidFill>
                  <a:srgbClr val="FFFFFF"/>
                </a:solidFill>
                <a:latin typeface="Helvetica Neue Medium"/>
                <a:ea typeface="Helvetica Neue Medium"/>
                <a:cs typeface="Helvetica Neue Medium"/>
                <a:sym typeface="Helvetica Neue Medium"/>
              </a:defRPr>
            </a:pPr>
            <a:endParaRPr sz="3201"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3" y="7438337"/>
            <a:ext cx="21971002" cy="864673"/>
          </a:xfrm>
          <a:prstGeom prst="rect">
            <a:avLst/>
          </a:prstGeom>
        </p:spPr>
        <p:txBody>
          <a:bodyPr/>
          <a:lstStyle>
            <a:lvl1pPr marL="0" indent="0" algn="ctr" defTabSz="825357">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122" defTabSz="825357">
              <a:lnSpc>
                <a:spcPct val="100000"/>
              </a:lnSpc>
              <a:spcBef>
                <a:spcPts val="0"/>
              </a:spcBef>
              <a:buSzTx/>
              <a:buNone/>
              <a:defRPr sz="5501" b="1"/>
            </a:lvl2pPr>
            <a:lvl3pPr marL="0" indent="914243" defTabSz="825357">
              <a:lnSpc>
                <a:spcPct val="100000"/>
              </a:lnSpc>
              <a:spcBef>
                <a:spcPts val="0"/>
              </a:spcBef>
              <a:buSzTx/>
              <a:buNone/>
              <a:defRPr sz="5501" b="1"/>
            </a:lvl3pPr>
            <a:lvl4pPr marL="0" indent="1371361" defTabSz="825357">
              <a:lnSpc>
                <a:spcPct val="100000"/>
              </a:lnSpc>
              <a:spcBef>
                <a:spcPts val="0"/>
              </a:spcBef>
              <a:buSzTx/>
              <a:buNone/>
              <a:defRPr sz="5501" b="1"/>
            </a:lvl4pPr>
            <a:lvl5pPr marL="0" indent="1828482" defTabSz="825357">
              <a:lnSpc>
                <a:spcPct val="100000"/>
              </a:lnSpc>
              <a:spcBef>
                <a:spcPts val="0"/>
              </a:spcBef>
              <a:buSzTx/>
              <a:buNone/>
              <a:defRPr sz="5501"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2"/>
          </a:xfrm>
          <a:prstGeom prst="rect">
            <a:avLst/>
          </a:prstGeom>
        </p:spPr>
        <p:txBody>
          <a:bodyPr anchor="b">
            <a:normAutofit/>
          </a:bodyPr>
          <a:lstStyle>
            <a:lvl1pPr algn="ctr">
              <a:defRPr kumimoji="0" sz="11999"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4"/>
            <a:ext cx="6222535" cy="358279"/>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587999401"/>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2" y="10608561"/>
            <a:ext cx="1016000" cy="88901"/>
          </a:xfrm>
          <a:prstGeom prst="roundRect">
            <a:avLst>
              <a:gd name="adj" fmla="val 50000"/>
            </a:avLst>
          </a:prstGeom>
          <a:solidFill>
            <a:srgbClr val="F08700"/>
          </a:solidFill>
          <a:ln w="12700">
            <a:miter lim="400000"/>
          </a:ln>
        </p:spPr>
        <p:txBody>
          <a:bodyPr lIns="50797" tIns="50797" rIns="50797" bIns="50797" anchor="ctr"/>
          <a:lstStyle/>
          <a:p>
            <a:pPr defTabSz="825357">
              <a:defRPr sz="3200">
                <a:solidFill>
                  <a:srgbClr val="FFFFFF"/>
                </a:solidFill>
                <a:latin typeface="Helvetica Neue Medium"/>
                <a:ea typeface="Helvetica Neue Medium"/>
                <a:cs typeface="Helvetica Neue Medium"/>
                <a:sym typeface="Helvetica Neue Medium"/>
              </a:defRPr>
            </a:pPr>
            <a:endParaRPr sz="3201"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2" y="10608561"/>
            <a:ext cx="1016000" cy="88901"/>
          </a:xfrm>
          <a:prstGeom prst="roundRect">
            <a:avLst>
              <a:gd name="adj" fmla="val 50000"/>
            </a:avLst>
          </a:prstGeom>
          <a:solidFill>
            <a:srgbClr val="F08700"/>
          </a:solidFill>
          <a:ln w="12700">
            <a:miter lim="400000"/>
          </a:ln>
        </p:spPr>
        <p:txBody>
          <a:bodyPr lIns="50797" tIns="50797" rIns="50797" bIns="50797" anchor="ctr"/>
          <a:lstStyle/>
          <a:p>
            <a:pPr defTabSz="825357">
              <a:defRPr sz="3200">
                <a:solidFill>
                  <a:srgbClr val="FFFFFF"/>
                </a:solidFill>
                <a:latin typeface="Helvetica Neue Medium"/>
                <a:ea typeface="Helvetica Neue Medium"/>
                <a:cs typeface="Helvetica Neue Medium"/>
                <a:sym typeface="Helvetica Neue Medium"/>
              </a:defRPr>
            </a:pPr>
            <a:endParaRPr sz="3201"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3" y="6754850"/>
            <a:ext cx="21971002" cy="1905000"/>
          </a:xfrm>
          <a:prstGeom prst="rect">
            <a:avLst/>
          </a:prstGeom>
        </p:spPr>
        <p:txBody>
          <a:bodyPr/>
          <a:lstStyle>
            <a:lvl1pPr marL="0" indent="0" algn="ctr" defTabSz="825357">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122" defTabSz="825357">
              <a:lnSpc>
                <a:spcPct val="100000"/>
              </a:lnSpc>
              <a:spcBef>
                <a:spcPts val="0"/>
              </a:spcBef>
              <a:buSzTx/>
              <a:buNone/>
              <a:defRPr sz="5501" b="1"/>
            </a:lvl2pPr>
            <a:lvl3pPr marL="0" indent="914243" defTabSz="825357">
              <a:lnSpc>
                <a:spcPct val="100000"/>
              </a:lnSpc>
              <a:spcBef>
                <a:spcPts val="0"/>
              </a:spcBef>
              <a:buSzTx/>
              <a:buNone/>
              <a:defRPr sz="5501" b="1"/>
            </a:lvl3pPr>
            <a:lvl4pPr marL="0" indent="1371361" defTabSz="825357">
              <a:lnSpc>
                <a:spcPct val="100000"/>
              </a:lnSpc>
              <a:spcBef>
                <a:spcPts val="0"/>
              </a:spcBef>
              <a:buSzTx/>
              <a:buNone/>
              <a:defRPr sz="5501" b="1"/>
            </a:lvl4pPr>
            <a:lvl5pPr marL="0" indent="1828482" defTabSz="825357">
              <a:lnSpc>
                <a:spcPct val="100000"/>
              </a:lnSpc>
              <a:spcBef>
                <a:spcPts val="0"/>
              </a:spcBef>
              <a:buSzTx/>
              <a:buNone/>
              <a:defRPr sz="5501"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2"/>
            <a:ext cx="21971004" cy="3917819"/>
          </a:xfrm>
          <a:prstGeom prst="rect">
            <a:avLst/>
          </a:prstGeom>
        </p:spPr>
        <p:txBody>
          <a:bodyPr anchor="b">
            <a:normAutofit/>
          </a:bodyPr>
          <a:lstStyle>
            <a:lvl1pPr algn="ctr">
              <a:defRPr kumimoji="0" sz="11999"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1" y="11538584"/>
            <a:ext cx="4212692" cy="745887"/>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4" y="11100826"/>
            <a:ext cx="4055341" cy="3509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389">
              <a:lnSpc>
                <a:spcPct val="80000"/>
              </a:lnSpc>
              <a:defRPr sz="3600">
                <a:solidFill>
                  <a:srgbClr val="FFFFFF"/>
                </a:solidFill>
                <a:latin typeface="Open Sans Light"/>
                <a:ea typeface="Open Sans Light"/>
                <a:cs typeface="Open Sans Light"/>
                <a:sym typeface="Open Sans"/>
              </a:defRPr>
            </a:pPr>
            <a:r>
              <a:rPr lang="en-US" sz="2798" dirty="0"/>
              <a:t>SUBJECT MATTER EXPERT</a:t>
            </a:r>
            <a:endParaRPr sz="2798"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993717293"/>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12"/>
            <a:ext cx="24384000" cy="11436177"/>
          </a:xfrm>
          <a:prstGeom prst="rect">
            <a:avLst/>
          </a:prstGeom>
          <a:solidFill>
            <a:srgbClr val="EBEBEB"/>
          </a:soli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2061"/>
            <a:ext cx="14715569" cy="510281"/>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29" y="5334433"/>
            <a:ext cx="13714940" cy="4522264"/>
          </a:xfrm>
        </p:spPr>
        <p:txBody>
          <a:bodyPr>
            <a:normAutofit/>
          </a:bodyPr>
          <a:lstStyle>
            <a:lvl1pPr marL="266655" indent="-266655">
              <a:lnSpc>
                <a:spcPct val="100000"/>
              </a:lnSpc>
              <a:tabLst/>
              <a:defRPr kumimoji="0" lang="en-US" sz="2601"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434" indent="-280939">
              <a:lnSpc>
                <a:spcPct val="100000"/>
              </a:lnSpc>
              <a:tabLst/>
              <a:defRPr kumimoji="0" lang="en-US" sz="2601"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69770" indent="-250783">
              <a:lnSpc>
                <a:spcPct val="100000"/>
              </a:lnSpc>
              <a:tabLst/>
              <a:defRPr kumimoji="0" lang="en-US" sz="2601"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7993" indent="-309509">
              <a:lnSpc>
                <a:spcPct val="100000"/>
              </a:lnSpc>
              <a:tabLst/>
              <a:defRPr kumimoji="0" lang="en-US" sz="2601"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328" indent="-279351">
              <a:lnSpc>
                <a:spcPct val="100000"/>
              </a:lnSpc>
              <a:tabLst/>
              <a:defRPr kumimoji="0" lang="en-US" sz="2601"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3352459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2" y="10608561"/>
            <a:ext cx="1016000" cy="88901"/>
          </a:xfrm>
          <a:prstGeom prst="roundRect">
            <a:avLst>
              <a:gd name="adj" fmla="val 50000"/>
            </a:avLst>
          </a:prstGeom>
          <a:solidFill>
            <a:srgbClr val="F08700"/>
          </a:solidFill>
          <a:ln w="12700">
            <a:miter lim="400000"/>
          </a:ln>
        </p:spPr>
        <p:txBody>
          <a:bodyPr lIns="50797" tIns="50797" rIns="50797" bIns="50797" anchor="ctr"/>
          <a:lstStyle/>
          <a:p>
            <a:pPr defTabSz="825357">
              <a:defRPr sz="3200">
                <a:solidFill>
                  <a:srgbClr val="FFFFFF"/>
                </a:solidFill>
                <a:latin typeface="Helvetica Neue Medium"/>
                <a:ea typeface="Helvetica Neue Medium"/>
                <a:cs typeface="Helvetica Neue Medium"/>
                <a:sym typeface="Helvetica Neue Medium"/>
              </a:defRPr>
            </a:pPr>
            <a:endParaRPr sz="3201"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2" y="10608561"/>
            <a:ext cx="1016000" cy="88901"/>
          </a:xfrm>
          <a:prstGeom prst="roundRect">
            <a:avLst>
              <a:gd name="adj" fmla="val 50000"/>
            </a:avLst>
          </a:prstGeom>
          <a:solidFill>
            <a:srgbClr val="F08700"/>
          </a:solidFill>
          <a:ln w="12700">
            <a:miter lim="400000"/>
          </a:ln>
        </p:spPr>
        <p:txBody>
          <a:bodyPr lIns="50797" tIns="50797" rIns="50797" bIns="50797" anchor="ctr"/>
          <a:lstStyle/>
          <a:p>
            <a:pPr defTabSz="825357">
              <a:defRPr sz="3200">
                <a:solidFill>
                  <a:srgbClr val="FFFFFF"/>
                </a:solidFill>
                <a:latin typeface="Helvetica Neue Medium"/>
                <a:ea typeface="Helvetica Neue Medium"/>
                <a:cs typeface="Helvetica Neue Medium"/>
                <a:sym typeface="Helvetica Neue Medium"/>
              </a:defRPr>
            </a:pPr>
            <a:endParaRPr sz="3201"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3" y="6754850"/>
            <a:ext cx="21971002" cy="1905000"/>
          </a:xfrm>
          <a:prstGeom prst="rect">
            <a:avLst/>
          </a:prstGeom>
        </p:spPr>
        <p:txBody>
          <a:bodyPr/>
          <a:lstStyle>
            <a:lvl1pPr marL="0" indent="0" algn="ctr" defTabSz="825357">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122" defTabSz="825357">
              <a:lnSpc>
                <a:spcPct val="100000"/>
              </a:lnSpc>
              <a:spcBef>
                <a:spcPts val="0"/>
              </a:spcBef>
              <a:buSzTx/>
              <a:buNone/>
              <a:defRPr sz="5501" b="1"/>
            </a:lvl2pPr>
            <a:lvl3pPr marL="0" indent="914243" defTabSz="825357">
              <a:lnSpc>
                <a:spcPct val="100000"/>
              </a:lnSpc>
              <a:spcBef>
                <a:spcPts val="0"/>
              </a:spcBef>
              <a:buSzTx/>
              <a:buNone/>
              <a:defRPr sz="5501" b="1"/>
            </a:lvl3pPr>
            <a:lvl4pPr marL="0" indent="1371361" defTabSz="825357">
              <a:lnSpc>
                <a:spcPct val="100000"/>
              </a:lnSpc>
              <a:spcBef>
                <a:spcPts val="0"/>
              </a:spcBef>
              <a:buSzTx/>
              <a:buNone/>
              <a:defRPr sz="5501" b="1"/>
            </a:lvl4pPr>
            <a:lvl5pPr marL="0" indent="1828482" defTabSz="825357">
              <a:lnSpc>
                <a:spcPct val="100000"/>
              </a:lnSpc>
              <a:spcBef>
                <a:spcPts val="0"/>
              </a:spcBef>
              <a:buSzTx/>
              <a:buNone/>
              <a:defRPr sz="5501"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2"/>
            <a:ext cx="21971004" cy="3917819"/>
          </a:xfrm>
          <a:prstGeom prst="rect">
            <a:avLst/>
          </a:prstGeom>
        </p:spPr>
        <p:txBody>
          <a:bodyPr anchor="b">
            <a:normAutofit/>
          </a:bodyPr>
          <a:lstStyle>
            <a:lvl1pPr algn="ctr">
              <a:defRPr kumimoji="0" sz="11999"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1" y="11538584"/>
            <a:ext cx="4212692" cy="745887"/>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4" y="11100826"/>
            <a:ext cx="4055341" cy="3509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389">
              <a:lnSpc>
                <a:spcPct val="80000"/>
              </a:lnSpc>
              <a:defRPr sz="3600">
                <a:solidFill>
                  <a:srgbClr val="FFFFFF"/>
                </a:solidFill>
                <a:latin typeface="Open Sans Light"/>
                <a:ea typeface="Open Sans Light"/>
                <a:cs typeface="Open Sans Light"/>
                <a:sym typeface="Open Sans"/>
              </a:defRPr>
            </a:pPr>
            <a:r>
              <a:rPr lang="en-US" sz="2798" dirty="0"/>
              <a:t>SUBJECT MATTER EXPERT</a:t>
            </a:r>
            <a:endParaRPr sz="2798"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89747844"/>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9998"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140905319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9998"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53371717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0" y="0"/>
            <a:ext cx="24384000" cy="13716000"/>
          </a:xfrm>
          <a:prstGeom prst="rect">
            <a:avLst/>
          </a:prstGeom>
          <a:gradFill>
            <a:gsLst>
              <a:gs pos="0">
                <a:srgbClr val="F89620"/>
              </a:gs>
              <a:gs pos="100000">
                <a:srgbClr val="FFB039"/>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9998"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3548959098"/>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9998"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332977253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9998"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400568178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1"/>
            <a:ext cx="24497688" cy="13766801"/>
          </a:xfrm>
          <a:prstGeom prst="rect">
            <a:avLst/>
          </a:prstGeom>
          <a:gradFill>
            <a:gsLst>
              <a:gs pos="0">
                <a:srgbClr val="315094"/>
              </a:gs>
              <a:gs pos="100000">
                <a:srgbClr val="293C6E"/>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9998"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370614655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1"/>
            <a:ext cx="24497688" cy="13766801"/>
          </a:xfrm>
          <a:prstGeom prst="rect">
            <a:avLst/>
          </a:prstGeom>
          <a:gradFill>
            <a:gsLst>
              <a:gs pos="0">
                <a:srgbClr val="797979"/>
              </a:gs>
              <a:gs pos="100000">
                <a:srgbClr val="A9A9A9"/>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9998"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107763914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12"/>
            <a:ext cx="24384000" cy="11436177"/>
          </a:xfrm>
          <a:prstGeom prst="rect">
            <a:avLst/>
          </a:prstGeom>
          <a:solidFill>
            <a:srgbClr val="EBEBEB"/>
          </a:soli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7" y="5257622"/>
            <a:ext cx="15362339" cy="658471"/>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8" y="5257622"/>
            <a:ext cx="4545657" cy="658471"/>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5" y="4995801"/>
            <a:ext cx="13796176" cy="1204224"/>
          </a:xfrm>
        </p:spPr>
        <p:txBody>
          <a:bodyPr>
            <a:noAutofit/>
          </a:bodyPr>
          <a:lstStyle>
            <a:lvl1pPr marL="0" indent="0">
              <a:buNone/>
              <a:defRPr kumimoji="0" lang="en-US" sz="2399"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5" y="4995801"/>
            <a:ext cx="3372283" cy="1204224"/>
          </a:xfrm>
        </p:spPr>
        <p:txBody>
          <a:bodyPr>
            <a:noAutofit/>
          </a:bodyPr>
          <a:lstStyle>
            <a:lvl1pPr marL="0" indent="0">
              <a:buNone/>
              <a:defRPr kumimoji="0" lang="en-US" sz="2798"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7" y="8011431"/>
            <a:ext cx="15362339" cy="658471"/>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8" y="8011431"/>
            <a:ext cx="4545657" cy="658471"/>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5" y="7749611"/>
            <a:ext cx="13796176" cy="1204224"/>
          </a:xfrm>
        </p:spPr>
        <p:txBody>
          <a:bodyPr>
            <a:noAutofit/>
          </a:bodyPr>
          <a:lstStyle>
            <a:lvl1pPr marL="0" indent="0">
              <a:buNone/>
              <a:defRPr kumimoji="0" lang="en-US" sz="2399"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5" y="7749611"/>
            <a:ext cx="3372283" cy="1204224"/>
          </a:xfrm>
        </p:spPr>
        <p:txBody>
          <a:bodyPr>
            <a:noAutofit/>
          </a:bodyPr>
          <a:lstStyle>
            <a:lvl1pPr marL="0" indent="0">
              <a:buNone/>
              <a:defRPr kumimoji="0" lang="en-US" sz="2798"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7" y="10765241"/>
            <a:ext cx="15362339" cy="658471"/>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8" y="10765241"/>
            <a:ext cx="4545657" cy="658471"/>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5" y="10503418"/>
            <a:ext cx="13796176" cy="1204224"/>
          </a:xfrm>
        </p:spPr>
        <p:txBody>
          <a:bodyPr>
            <a:noAutofit/>
          </a:bodyPr>
          <a:lstStyle>
            <a:lvl1pPr marL="0" indent="0">
              <a:buNone/>
              <a:defRPr kumimoji="0" lang="en-US" sz="2399"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5" y="10503418"/>
            <a:ext cx="3372283" cy="1204224"/>
          </a:xfrm>
        </p:spPr>
        <p:txBody>
          <a:bodyPr>
            <a:noAutofit/>
          </a:bodyPr>
          <a:lstStyle>
            <a:lvl1pPr marL="0" indent="0">
              <a:buNone/>
              <a:defRPr kumimoji="0" lang="en-US" sz="2798"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8" y="1872061"/>
            <a:ext cx="14715569" cy="510281"/>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18580367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51"/>
            <a:ext cx="24397856" cy="11436177"/>
          </a:xfrm>
          <a:prstGeom prst="rect">
            <a:avLst/>
          </a:prstGeom>
          <a:gradFill>
            <a:gsLst>
              <a:gs pos="0">
                <a:srgbClr val="2B7EC4"/>
              </a:gs>
              <a:gs pos="100000">
                <a:srgbClr val="57BFE8"/>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29" y="5334433"/>
            <a:ext cx="13714940" cy="4522264"/>
          </a:xfrm>
        </p:spPr>
        <p:txBody>
          <a:bodyPr>
            <a:normAutofit/>
          </a:bodyPr>
          <a:lstStyle>
            <a:lvl1pPr marL="266655" indent="-266655">
              <a:lnSpc>
                <a:spcPct val="100000"/>
              </a:lnSpc>
              <a:tabLst/>
              <a:defRPr kumimoji="0" lang="en-US" sz="2601"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434" indent="-280939">
              <a:lnSpc>
                <a:spcPct val="100000"/>
              </a:lnSpc>
              <a:tabLst/>
              <a:defRPr kumimoji="0" lang="en-US" sz="2601"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69770" indent="-250783">
              <a:lnSpc>
                <a:spcPct val="100000"/>
              </a:lnSpc>
              <a:tabLst/>
              <a:defRPr kumimoji="0" lang="en-US" sz="2601"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7993" indent="-309509">
              <a:lnSpc>
                <a:spcPct val="100000"/>
              </a:lnSpc>
              <a:tabLst/>
              <a:defRPr kumimoji="0" lang="en-US" sz="2601"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328" indent="-279351">
              <a:lnSpc>
                <a:spcPct val="100000"/>
              </a:lnSpc>
              <a:tabLst/>
              <a:defRPr kumimoji="0" lang="en-US" sz="2601"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971028986"/>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51"/>
            <a:ext cx="24397856" cy="11436177"/>
          </a:xfrm>
          <a:prstGeom prst="rect">
            <a:avLst/>
          </a:prstGeom>
          <a:gradFill>
            <a:gsLst>
              <a:gs pos="0">
                <a:srgbClr val="2B7EC4"/>
              </a:gs>
              <a:gs pos="100000">
                <a:srgbClr val="57BFE8"/>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80" y="9337350"/>
            <a:ext cx="4759266" cy="2315505"/>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4" y="9337350"/>
            <a:ext cx="4759266" cy="2315505"/>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8" y="9337350"/>
            <a:ext cx="4759266" cy="2315505"/>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80" y="4297296"/>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4" y="4297296"/>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8" y="4297296"/>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3042499847"/>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51"/>
            <a:ext cx="24397856" cy="11436177"/>
          </a:xfrm>
          <a:prstGeom prst="rect">
            <a:avLst/>
          </a:prstGeom>
          <a:gradFill>
            <a:gsLst>
              <a:gs pos="0">
                <a:srgbClr val="2B7EC4"/>
              </a:gs>
              <a:gs pos="100000">
                <a:srgbClr val="57BFE8"/>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9" y="6690493"/>
            <a:ext cx="1573639" cy="1182256"/>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8" y="7006017"/>
            <a:ext cx="4924800" cy="61818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8" y="5701845"/>
            <a:ext cx="3895763" cy="3300759"/>
          </a:xfrm>
        </p:spPr>
        <p:txBody>
          <a:bodyPr>
            <a:noAutofit/>
          </a:bodyPr>
          <a:lstStyle>
            <a:lvl1pPr marL="0" indent="0">
              <a:buNone/>
              <a:defRPr kumimoji="0" lang="en-US" sz="3201"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9" y="7006017"/>
            <a:ext cx="4924800" cy="61818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901" y="7006017"/>
            <a:ext cx="4924800" cy="61818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9" y="5701845"/>
            <a:ext cx="3895763" cy="3300759"/>
          </a:xfrm>
        </p:spPr>
        <p:txBody>
          <a:bodyPr>
            <a:noAutofit/>
          </a:bodyPr>
          <a:lstStyle>
            <a:lvl1pPr marL="0" indent="0">
              <a:buNone/>
              <a:defRPr kumimoji="0" lang="en-US" sz="3201"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59"/>
          </a:xfrm>
        </p:spPr>
        <p:txBody>
          <a:bodyPr>
            <a:noAutofit/>
          </a:bodyPr>
          <a:lstStyle>
            <a:lvl1pPr marL="0" indent="0">
              <a:buNone/>
              <a:defRPr kumimoji="0" lang="en-US" sz="3201"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7"/>
            <a:ext cx="19038147" cy="1701955"/>
          </a:xfrm>
        </p:spPr>
        <p:txBody>
          <a:bodyPr>
            <a:noAutofit/>
          </a:bodyPr>
          <a:lstStyle>
            <a:lvl1pPr marL="0" indent="0">
              <a:buNone/>
              <a:defRPr kumimoji="0" lang="en-US" sz="2798"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101" y="6690493"/>
            <a:ext cx="1573639" cy="1182256"/>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51" y="4015009"/>
            <a:ext cx="775855" cy="836903"/>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r>
              <a:rPr kumimoji="0" lang="en-US" sz="3201"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3" y="4015009"/>
            <a:ext cx="775855" cy="836903"/>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r>
              <a:rPr kumimoji="0" lang="en-US" sz="3201"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3" y="4015009"/>
            <a:ext cx="775855" cy="836903"/>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r>
              <a:rPr kumimoji="0" lang="en-US" sz="3201"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2319518047"/>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51"/>
            <a:ext cx="24397856" cy="11436177"/>
          </a:xfrm>
          <a:prstGeom prst="rect">
            <a:avLst/>
          </a:prstGeom>
          <a:gradFill>
            <a:gsLst>
              <a:gs pos="0">
                <a:srgbClr val="2B7EC4"/>
              </a:gs>
              <a:gs pos="100000">
                <a:srgbClr val="57BFE8"/>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9" y="6556920"/>
            <a:ext cx="9768907" cy="5575609"/>
          </a:xfrm>
        </p:spPr>
        <p:txBody>
          <a:bodyPr>
            <a:noAutofit/>
          </a:bodyPr>
          <a:lstStyle>
            <a:lvl1pPr marL="0" indent="0">
              <a:buNone/>
              <a:defRPr kumimoji="0" lang="en-US" sz="2601"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2" y="4210632"/>
            <a:ext cx="9099058" cy="7921899"/>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40" y="4210048"/>
            <a:ext cx="9768874" cy="2039113"/>
          </a:xfrm>
        </p:spPr>
        <p:txBody>
          <a:bodyPr>
            <a:normAutofit/>
          </a:bodyPr>
          <a:lstStyle>
            <a:lvl1pPr marL="0" indent="0">
              <a:buNone/>
              <a:defRPr sz="4400">
                <a:solidFill>
                  <a:schemeClr val="bg1"/>
                </a:solidFill>
              </a:defRPr>
            </a:lvl1pPr>
            <a:lvl5pPr marL="2437977"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3897274429"/>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51"/>
            <a:ext cx="24397856" cy="11436177"/>
          </a:xfrm>
          <a:prstGeom prst="rect">
            <a:avLst/>
          </a:prstGeom>
          <a:gradFill>
            <a:gsLst>
              <a:gs pos="0">
                <a:srgbClr val="2B7EC4"/>
              </a:gs>
              <a:gs pos="100000">
                <a:srgbClr val="57BFE8"/>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5" y="7866011"/>
            <a:ext cx="9143999" cy="836903"/>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5" y="7866011"/>
            <a:ext cx="22097" cy="4990447"/>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5" y="8284459"/>
            <a:ext cx="9143999" cy="4"/>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41" y="4018728"/>
            <a:ext cx="4683924" cy="3600000"/>
          </a:xfrm>
        </p:spPr>
        <p:txBody>
          <a:bodyPr>
            <a:normAutofit/>
          </a:bodyPr>
          <a:lstStyle>
            <a:lvl1pPr marL="0" indent="0">
              <a:buNone/>
              <a:defRPr sz="2798">
                <a:solidFill>
                  <a:schemeClr val="bg1"/>
                </a:solidFill>
              </a:defRPr>
            </a:lvl1pPr>
            <a:lvl5pPr marL="2437977"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3"/>
            <a:ext cx="3795403" cy="751263"/>
          </a:xfrm>
        </p:spPr>
        <p:txBody>
          <a:bodyPr>
            <a:normAutofit/>
          </a:bodyPr>
          <a:lstStyle>
            <a:lvl1pPr marL="0" indent="0" algn="ctr">
              <a:buNone/>
              <a:defRPr sz="2798">
                <a:solidFill>
                  <a:srgbClr val="002060"/>
                </a:solidFill>
              </a:defRPr>
            </a:lvl1pPr>
            <a:lvl5pPr marL="2437977"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2"/>
            <a:ext cx="3795403" cy="751263"/>
          </a:xfrm>
        </p:spPr>
        <p:txBody>
          <a:bodyPr>
            <a:normAutofit/>
          </a:bodyPr>
          <a:lstStyle>
            <a:lvl1pPr marL="0" indent="0" algn="ctr">
              <a:buNone/>
              <a:defRPr sz="2798">
                <a:solidFill>
                  <a:srgbClr val="002060"/>
                </a:solidFill>
              </a:defRPr>
            </a:lvl1pPr>
            <a:lvl5pPr marL="2437977"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4" y="7298299"/>
            <a:ext cx="3795403" cy="751263"/>
          </a:xfrm>
        </p:spPr>
        <p:txBody>
          <a:bodyPr>
            <a:normAutofit/>
          </a:bodyPr>
          <a:lstStyle>
            <a:lvl1pPr marL="0" indent="0" algn="ctr">
              <a:buNone/>
              <a:defRPr sz="2798">
                <a:solidFill>
                  <a:srgbClr val="002060"/>
                </a:solidFill>
              </a:defRPr>
            </a:lvl1pPr>
            <a:lvl5pPr marL="2437977"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8" y="8595891"/>
            <a:ext cx="3795403" cy="751263"/>
          </a:xfrm>
        </p:spPr>
        <p:txBody>
          <a:bodyPr>
            <a:normAutofit/>
          </a:bodyPr>
          <a:lstStyle>
            <a:lvl1pPr marL="0" indent="0" algn="ctr">
              <a:buNone/>
              <a:defRPr sz="2798">
                <a:solidFill>
                  <a:srgbClr val="002060"/>
                </a:solidFill>
              </a:defRPr>
            </a:lvl1pPr>
            <a:lvl5pPr marL="2437977"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41" y="8938684"/>
            <a:ext cx="4683924" cy="3600000"/>
          </a:xfrm>
        </p:spPr>
        <p:txBody>
          <a:bodyPr>
            <a:normAutofit/>
          </a:bodyPr>
          <a:lstStyle>
            <a:lvl1pPr marL="0" indent="0">
              <a:buNone/>
              <a:defRPr sz="2798">
                <a:solidFill>
                  <a:schemeClr val="bg1"/>
                </a:solidFill>
              </a:defRPr>
            </a:lvl1pPr>
            <a:lvl5pPr marL="2437977"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5" y="4018728"/>
            <a:ext cx="4683924" cy="3600000"/>
          </a:xfrm>
        </p:spPr>
        <p:txBody>
          <a:bodyPr>
            <a:normAutofit/>
          </a:bodyPr>
          <a:lstStyle>
            <a:lvl1pPr marL="0" indent="0">
              <a:buNone/>
              <a:defRPr sz="2798">
                <a:solidFill>
                  <a:schemeClr val="bg1"/>
                </a:solidFill>
              </a:defRPr>
            </a:lvl1pPr>
            <a:lvl5pPr marL="2437977"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5" y="8938684"/>
            <a:ext cx="4683924" cy="3600000"/>
          </a:xfrm>
        </p:spPr>
        <p:txBody>
          <a:bodyPr>
            <a:normAutofit/>
          </a:bodyPr>
          <a:lstStyle>
            <a:lvl1pPr marL="0" indent="0">
              <a:buNone/>
              <a:defRPr sz="2798">
                <a:solidFill>
                  <a:schemeClr val="bg1"/>
                </a:solidFill>
              </a:defRPr>
            </a:lvl1pPr>
            <a:lvl5pPr marL="2437977"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3" y="4999924"/>
            <a:ext cx="1936945" cy="1936947"/>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9" y="4968701"/>
            <a:ext cx="1958733" cy="1958732"/>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7" y="9715513"/>
            <a:ext cx="1696410" cy="1696411"/>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40" y="9711822"/>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2776382848"/>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51"/>
            <a:ext cx="24397856" cy="11436177"/>
          </a:xfrm>
          <a:prstGeom prst="rect">
            <a:avLst/>
          </a:prstGeom>
          <a:gradFill>
            <a:gsLst>
              <a:gs pos="0">
                <a:srgbClr val="2B7EC4"/>
              </a:gs>
              <a:gs pos="100000">
                <a:srgbClr val="57BFE8"/>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41" y="4349753"/>
            <a:ext cx="12097700" cy="3462458"/>
          </a:xfrm>
        </p:spPr>
        <p:txBody>
          <a:bodyPr>
            <a:normAutofit/>
          </a:bodyPr>
          <a:lstStyle>
            <a:lvl1pPr marL="0" indent="0">
              <a:buNone/>
              <a:defRPr sz="3999">
                <a:solidFill>
                  <a:schemeClr val="bg1"/>
                </a:solidFill>
              </a:defRPr>
            </a:lvl1pPr>
            <a:lvl5pPr marL="2437977"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40" y="8938686"/>
            <a:ext cx="19839622" cy="3676240"/>
          </a:xfrm>
        </p:spPr>
        <p:txBody>
          <a:bodyPr>
            <a:normAutofit/>
          </a:bodyPr>
          <a:lstStyle>
            <a:lvl1pPr marL="0" indent="0">
              <a:buNone/>
              <a:defRPr sz="3600">
                <a:solidFill>
                  <a:schemeClr val="bg1"/>
                </a:solidFill>
              </a:defRPr>
            </a:lvl1pPr>
            <a:lvl5pPr marL="2437977"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2" y="4320119"/>
            <a:ext cx="3535682" cy="3535681"/>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2089902686"/>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51"/>
            <a:ext cx="24384000" cy="11436177"/>
          </a:xfrm>
          <a:prstGeom prst="rect">
            <a:avLst/>
          </a:prstGeom>
          <a:gradFill>
            <a:gsLst>
              <a:gs pos="0">
                <a:srgbClr val="F15A24"/>
              </a:gs>
              <a:gs pos="100000">
                <a:srgbClr val="F8A036"/>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6"/>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31" y="10972445"/>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1"/>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31" y="4582011"/>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3940596468"/>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51"/>
            <a:ext cx="24384000" cy="11436177"/>
          </a:xfrm>
          <a:prstGeom prst="rect">
            <a:avLst/>
          </a:prstGeom>
          <a:gradFill>
            <a:gsLst>
              <a:gs pos="0">
                <a:srgbClr val="F15A24"/>
              </a:gs>
              <a:gs pos="100000">
                <a:srgbClr val="F8A036"/>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5" y="3962404"/>
            <a:ext cx="12118976" cy="9083674"/>
          </a:xfrm>
        </p:spPr>
        <p:txBody>
          <a:bodyPr>
            <a:normAutofit/>
          </a:bodyPr>
          <a:lstStyle>
            <a:lvl1pPr marL="0" indent="0">
              <a:buNone/>
              <a:defRPr sz="3999">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8" y="3962402"/>
            <a:ext cx="7010399"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9" y="3962401"/>
            <a:ext cx="1403522" cy="1403521"/>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8" y="8861385"/>
            <a:ext cx="7010399"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2" y="8648745"/>
            <a:ext cx="1403520"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597925749"/>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51"/>
            <a:ext cx="24384000" cy="11436177"/>
          </a:xfrm>
          <a:prstGeom prst="rect">
            <a:avLst/>
          </a:prstGeom>
          <a:gradFill>
            <a:gsLst>
              <a:gs pos="0">
                <a:srgbClr val="F15A24"/>
              </a:gs>
              <a:gs pos="100000">
                <a:srgbClr val="F8A036"/>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9" y="354130"/>
            <a:ext cx="2563551"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8" y="4120521"/>
            <a:ext cx="9469196"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8" y="6462510"/>
            <a:ext cx="8024839" cy="6226602"/>
          </a:xfrm>
        </p:spPr>
        <p:txBody>
          <a:bodyPr>
            <a:noAutofit/>
          </a:bodyPr>
          <a:lstStyle>
            <a:lvl1pPr marL="0" indent="0">
              <a:buNone/>
              <a:defRPr kumimoji="0" lang="en-US" sz="2601"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30" y="4115639"/>
            <a:ext cx="8024812" cy="1968426"/>
          </a:xfrm>
        </p:spPr>
        <p:txBody>
          <a:bodyPr>
            <a:normAutofit/>
          </a:bodyPr>
          <a:lstStyle>
            <a:lvl1pPr marL="0" indent="0">
              <a:buNone/>
              <a:defRPr sz="4400">
                <a:solidFill>
                  <a:schemeClr val="bg1"/>
                </a:solidFill>
              </a:defRPr>
            </a:lvl1pPr>
            <a:lvl5pPr marL="2437977"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2673103335"/>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51"/>
            <a:ext cx="24384000" cy="11436177"/>
          </a:xfrm>
          <a:prstGeom prst="rect">
            <a:avLst/>
          </a:prstGeom>
          <a:gradFill>
            <a:gsLst>
              <a:gs pos="0">
                <a:srgbClr val="F15A24"/>
              </a:gs>
              <a:gs pos="100000">
                <a:srgbClr val="F8A036"/>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8" y="1871164"/>
            <a:ext cx="14715569" cy="511175"/>
          </a:xfrm>
        </p:spPr>
        <p:txBody>
          <a:bodyPr>
            <a:normAutofit/>
          </a:bodyPr>
          <a:lstStyle>
            <a:lvl1pPr>
              <a:defRPr kumimoji="0" lang="en-US" sz="3799"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81" y="2419728"/>
            <a:ext cx="9768874" cy="803545"/>
          </a:xfrm>
        </p:spPr>
        <p:txBody>
          <a:bodyPr/>
          <a:lstStyle>
            <a:lvl1pPr marL="0" indent="0">
              <a:buNone/>
              <a:defRPr kumimoji="0" lang="en-US" sz="3201"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5" y="9227637"/>
            <a:ext cx="7712394" cy="606669"/>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50" y="7248021"/>
            <a:ext cx="6817382" cy="6226602"/>
          </a:xfrm>
        </p:spPr>
        <p:txBody>
          <a:bodyPr>
            <a:noAutofit/>
          </a:bodyPr>
          <a:lstStyle>
            <a:lvl1pPr marL="0" indent="0">
              <a:buNone/>
              <a:defRPr kumimoji="0" lang="en-US" sz="2601"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8" y="5468810"/>
            <a:ext cx="1427669"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8" y="5448340"/>
            <a:ext cx="11731084" cy="658471"/>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8" y="7147919"/>
            <a:ext cx="11731084" cy="658471"/>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8" y="8826705"/>
            <a:ext cx="11731084" cy="658471"/>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8" y="10505491"/>
            <a:ext cx="11731084" cy="658471"/>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8" y="12184277"/>
            <a:ext cx="11731084" cy="658471"/>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marL="0" marR="0" indent="0" algn="ctr" defTabSz="825357" rtl="0" fontAlgn="auto" latinLnBrk="0" hangingPunct="0">
              <a:lnSpc>
                <a:spcPct val="100000"/>
              </a:lnSpc>
              <a:spcBef>
                <a:spcPts val="0"/>
              </a:spcBef>
              <a:spcAft>
                <a:spcPts val="0"/>
              </a:spcAft>
              <a:buClrTx/>
              <a:buSzTx/>
              <a:buFontTx/>
              <a:buNone/>
              <a:tabLst/>
            </a:pPr>
            <a:endParaRPr kumimoji="0" lang="en-US" sz="3201"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8"/>
            <a:ext cx="10801828" cy="468000"/>
          </a:xfrm>
        </p:spPr>
        <p:txBody>
          <a:bodyPr>
            <a:noAutofit/>
          </a:bodyPr>
          <a:lstStyle>
            <a:lvl1pPr marL="0" indent="0">
              <a:buNone/>
              <a:defRPr kumimoji="0" lang="en-US" sz="2601"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7"/>
            <a:ext cx="10801828" cy="468000"/>
          </a:xfrm>
        </p:spPr>
        <p:txBody>
          <a:bodyPr>
            <a:noAutofit/>
          </a:bodyPr>
          <a:lstStyle>
            <a:lvl1pPr marL="0" indent="0">
              <a:buNone/>
              <a:defRPr kumimoji="0" lang="en-US" sz="2601"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3"/>
            <a:ext cx="10801828" cy="468000"/>
          </a:xfrm>
        </p:spPr>
        <p:txBody>
          <a:bodyPr>
            <a:noAutofit/>
          </a:bodyPr>
          <a:lstStyle>
            <a:lvl1pPr marL="0" indent="0">
              <a:buNone/>
              <a:defRPr kumimoji="0" lang="en-US" sz="2601"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9"/>
            <a:ext cx="10801828" cy="468000"/>
          </a:xfrm>
        </p:spPr>
        <p:txBody>
          <a:bodyPr>
            <a:noAutofit/>
          </a:bodyPr>
          <a:lstStyle>
            <a:lvl1pPr marL="0" indent="0">
              <a:buNone/>
              <a:defRPr kumimoji="0" lang="en-US" sz="2601"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5"/>
            <a:ext cx="10801828" cy="468000"/>
          </a:xfrm>
        </p:spPr>
        <p:txBody>
          <a:bodyPr>
            <a:noAutofit/>
          </a:bodyPr>
          <a:lstStyle>
            <a:lvl1pPr marL="0" indent="0">
              <a:buNone/>
              <a:defRPr kumimoji="0" lang="en-US" sz="2601"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495"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8988"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482"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7977"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5"/>
            <a:ext cx="3860801" cy="1473200"/>
          </a:xfrm>
          <a:prstGeom prst="rect">
            <a:avLst/>
          </a:prstGeom>
        </p:spPr>
      </p:pic>
    </p:spTree>
    <p:extLst>
      <p:ext uri="{BB962C8B-B14F-4D97-AF65-F5344CB8AC3E}">
        <p14:creationId xmlns:p14="http://schemas.microsoft.com/office/powerpoint/2010/main" val="2098882408"/>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4" y="8366099"/>
            <a:ext cx="4336444" cy="3009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389">
              <a:lnSpc>
                <a:spcPct val="80000"/>
              </a:lnSpc>
              <a:defRPr sz="3600">
                <a:solidFill>
                  <a:srgbClr val="FFFFFF"/>
                </a:solidFill>
                <a:latin typeface="Open Sans Light"/>
                <a:ea typeface="Open Sans Light"/>
                <a:cs typeface="Open Sans Light"/>
                <a:sym typeface="Open Sans"/>
              </a:defRPr>
            </a:pPr>
            <a:r>
              <a:rPr sz="2399" dirty="0"/>
              <a:t>UNIVERSITAS</a:t>
            </a:r>
            <a:r>
              <a:rPr sz="2399"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2" y="9025090"/>
            <a:ext cx="1016000" cy="88901"/>
          </a:xfrm>
          <a:prstGeom prst="roundRect">
            <a:avLst>
              <a:gd name="adj" fmla="val 50000"/>
            </a:avLst>
          </a:prstGeom>
          <a:solidFill>
            <a:srgbClr val="F08700"/>
          </a:solidFill>
          <a:ln w="12700">
            <a:miter lim="400000"/>
          </a:ln>
        </p:spPr>
        <p:txBody>
          <a:bodyPr lIns="50797" tIns="50797" rIns="50797" bIns="50797" anchor="ctr"/>
          <a:lstStyle/>
          <a:p>
            <a:pPr defTabSz="825357">
              <a:defRPr sz="3200">
                <a:solidFill>
                  <a:srgbClr val="FFFFFF"/>
                </a:solidFill>
                <a:latin typeface="Helvetica Neue Medium"/>
                <a:ea typeface="Helvetica Neue Medium"/>
                <a:cs typeface="Helvetica Neue Medium"/>
                <a:sym typeface="Helvetica Neue Medium"/>
              </a:defRPr>
            </a:pPr>
            <a:endParaRPr sz="3201"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3" y="7438337"/>
            <a:ext cx="21971002" cy="864673"/>
          </a:xfrm>
          <a:prstGeom prst="rect">
            <a:avLst/>
          </a:prstGeom>
        </p:spPr>
        <p:txBody>
          <a:bodyPr/>
          <a:lstStyle>
            <a:lvl1pPr marL="0" indent="0" algn="ctr" defTabSz="825357">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122" defTabSz="825357">
              <a:lnSpc>
                <a:spcPct val="100000"/>
              </a:lnSpc>
              <a:spcBef>
                <a:spcPts val="0"/>
              </a:spcBef>
              <a:buSzTx/>
              <a:buNone/>
              <a:defRPr sz="5501" b="1"/>
            </a:lvl2pPr>
            <a:lvl3pPr marL="0" indent="914243" defTabSz="825357">
              <a:lnSpc>
                <a:spcPct val="100000"/>
              </a:lnSpc>
              <a:spcBef>
                <a:spcPts val="0"/>
              </a:spcBef>
              <a:buSzTx/>
              <a:buNone/>
              <a:defRPr sz="5501" b="1"/>
            </a:lvl3pPr>
            <a:lvl4pPr marL="0" indent="1371361" defTabSz="825357">
              <a:lnSpc>
                <a:spcPct val="100000"/>
              </a:lnSpc>
              <a:spcBef>
                <a:spcPts val="0"/>
              </a:spcBef>
              <a:buSzTx/>
              <a:buNone/>
              <a:defRPr sz="5501" b="1"/>
            </a:lvl4pPr>
            <a:lvl5pPr marL="0" indent="1828482" defTabSz="825357">
              <a:lnSpc>
                <a:spcPct val="100000"/>
              </a:lnSpc>
              <a:spcBef>
                <a:spcPts val="0"/>
              </a:spcBef>
              <a:buSzTx/>
              <a:buNone/>
              <a:defRPr sz="5501"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2"/>
          </a:xfrm>
          <a:prstGeom prst="rect">
            <a:avLst/>
          </a:prstGeom>
        </p:spPr>
        <p:txBody>
          <a:bodyPr anchor="b">
            <a:normAutofit/>
          </a:bodyPr>
          <a:lstStyle>
            <a:lvl1pPr algn="ctr">
              <a:defRPr kumimoji="0" sz="11999"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4"/>
            <a:ext cx="6222535" cy="358279"/>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3342073700"/>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7" y="-57546"/>
            <a:ext cx="24507156"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4" tIns="71434" rIns="71434" bIns="71434" anchor="ctr"/>
          <a:lstStyle/>
          <a:p>
            <a:pPr defTabSz="821389">
              <a:defRPr sz="3000">
                <a:solidFill>
                  <a:srgbClr val="FFFFFF"/>
                </a:solidFill>
                <a:latin typeface="Helvetica Neue Medium"/>
                <a:ea typeface="Helvetica Neue Medium"/>
                <a:cs typeface="Helvetica Neue Medium"/>
                <a:sym typeface="Helvetica Neue Medium"/>
              </a:defRPr>
            </a:pPr>
            <a:endParaRPr sz="300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2" y="9025090"/>
            <a:ext cx="1016000" cy="88901"/>
          </a:xfrm>
          <a:prstGeom prst="roundRect">
            <a:avLst>
              <a:gd name="adj" fmla="val 50000"/>
            </a:avLst>
          </a:prstGeom>
          <a:solidFill>
            <a:srgbClr val="F08700"/>
          </a:solidFill>
          <a:ln w="12700">
            <a:miter lim="400000"/>
          </a:ln>
        </p:spPr>
        <p:txBody>
          <a:bodyPr lIns="50797" tIns="50797" rIns="50797" bIns="50797" anchor="ctr"/>
          <a:lstStyle/>
          <a:p>
            <a:pPr defTabSz="825357">
              <a:defRPr sz="3200">
                <a:solidFill>
                  <a:srgbClr val="FFFFFF"/>
                </a:solidFill>
                <a:latin typeface="Helvetica Neue Medium"/>
                <a:ea typeface="Helvetica Neue Medium"/>
                <a:cs typeface="Helvetica Neue Medium"/>
                <a:sym typeface="Helvetica Neue Medium"/>
              </a:defRPr>
            </a:pPr>
            <a:endParaRPr sz="3201"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3" y="7438337"/>
            <a:ext cx="21971002" cy="864673"/>
          </a:xfrm>
          <a:prstGeom prst="rect">
            <a:avLst/>
          </a:prstGeom>
        </p:spPr>
        <p:txBody>
          <a:bodyPr/>
          <a:lstStyle>
            <a:lvl1pPr marL="0" indent="0" algn="ctr" defTabSz="825357">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122" defTabSz="825357">
              <a:lnSpc>
                <a:spcPct val="100000"/>
              </a:lnSpc>
              <a:spcBef>
                <a:spcPts val="0"/>
              </a:spcBef>
              <a:buSzTx/>
              <a:buNone/>
              <a:defRPr sz="5501" b="1"/>
            </a:lvl2pPr>
            <a:lvl3pPr marL="0" indent="914243" defTabSz="825357">
              <a:lnSpc>
                <a:spcPct val="100000"/>
              </a:lnSpc>
              <a:spcBef>
                <a:spcPts val="0"/>
              </a:spcBef>
              <a:buSzTx/>
              <a:buNone/>
              <a:defRPr sz="5501" b="1"/>
            </a:lvl3pPr>
            <a:lvl4pPr marL="0" indent="1371361" defTabSz="825357">
              <a:lnSpc>
                <a:spcPct val="100000"/>
              </a:lnSpc>
              <a:spcBef>
                <a:spcPts val="0"/>
              </a:spcBef>
              <a:buSzTx/>
              <a:buNone/>
              <a:defRPr sz="5501" b="1"/>
            </a:lvl4pPr>
            <a:lvl5pPr marL="0" indent="1828482" defTabSz="825357">
              <a:lnSpc>
                <a:spcPct val="100000"/>
              </a:lnSpc>
              <a:spcBef>
                <a:spcPts val="0"/>
              </a:spcBef>
              <a:buSzTx/>
              <a:buNone/>
              <a:defRPr sz="5501"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2"/>
          </a:xfrm>
          <a:prstGeom prst="rect">
            <a:avLst/>
          </a:prstGeom>
        </p:spPr>
        <p:txBody>
          <a:bodyPr anchor="b">
            <a:normAutofit/>
          </a:bodyPr>
          <a:lstStyle>
            <a:lvl1pPr algn="ctr">
              <a:defRPr kumimoji="0" sz="11999"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4"/>
            <a:ext cx="6222535" cy="358279"/>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3" y="758210"/>
            <a:ext cx="2698753" cy="1143003"/>
          </a:xfrm>
          <a:prstGeom prst="rect">
            <a:avLst/>
          </a:prstGeom>
        </p:spPr>
      </p:pic>
    </p:spTree>
    <p:extLst>
      <p:ext uri="{BB962C8B-B14F-4D97-AF65-F5344CB8AC3E}">
        <p14:creationId xmlns:p14="http://schemas.microsoft.com/office/powerpoint/2010/main" val="256608185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theme" Target="../theme/theme2.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1" cstate="screen"/>
          <a:srcRect/>
          <a:stretch>
            <a:fillRect/>
          </a:stretch>
        </p:blipFill>
        <p:spPr bwMode="auto">
          <a:xfrm>
            <a:off x="0" y="0"/>
            <a:ext cx="24384000" cy="13704484"/>
          </a:xfrm>
          <a:prstGeom prst="rect">
            <a:avLst/>
          </a:prstGeom>
          <a:noFill/>
          <a:ln w="9525">
            <a:noFill/>
            <a:miter lim="800000"/>
            <a:headEnd/>
            <a:tailEnd/>
          </a:ln>
        </p:spPr>
      </p:pic>
      <p:sp>
        <p:nvSpPr>
          <p:cNvPr id="1026" name="Title Placeholder 1"/>
          <p:cNvSpPr>
            <a:spLocks noGrp="1"/>
          </p:cNvSpPr>
          <p:nvPr>
            <p:ph type="title"/>
          </p:nvPr>
        </p:nvSpPr>
        <p:spPr bwMode="auto">
          <a:xfrm>
            <a:off x="2737904" y="1082544"/>
            <a:ext cx="21943062" cy="2286000"/>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2737904" y="3368541"/>
            <a:ext cx="21943062" cy="9051869"/>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220468" y="12714076"/>
            <a:ext cx="5689479" cy="728411"/>
          </a:xfrm>
          <a:prstGeom prst="rect">
            <a:avLst/>
          </a:prstGeom>
        </p:spPr>
        <p:txBody>
          <a:bodyPr vert="horz" wrap="square" lIns="104287" tIns="52144" rIns="104287" bIns="52144" numCol="1" anchor="ctr" anchorCtr="0" compatLnSpc="1">
            <a:prstTxWarp prst="textNoShape">
              <a:avLst/>
            </a:prstTxWarp>
          </a:bodyPr>
          <a:lstStyle>
            <a:lvl1pPr>
              <a:defRPr sz="3194" smtClean="0">
                <a:solidFill>
                  <a:srgbClr val="898989"/>
                </a:solidFill>
              </a:defRPr>
            </a:lvl1pPr>
          </a:lstStyle>
          <a:p>
            <a:pPr>
              <a:defRPr/>
            </a:pPr>
            <a:fld id="{22E5663C-481F-407A-A60F-1F041C634F4F}" type="datetimeFigureOut">
              <a:rPr lang="en-US"/>
              <a:pPr>
                <a:defRPr/>
              </a:pPr>
              <a:t>8/2/2023</a:t>
            </a:fld>
            <a:endParaRPr lang="en-US"/>
          </a:p>
        </p:txBody>
      </p:sp>
      <p:sp>
        <p:nvSpPr>
          <p:cNvPr id="5" name="Footer Placeholder 4"/>
          <p:cNvSpPr>
            <a:spLocks noGrp="1"/>
          </p:cNvSpPr>
          <p:nvPr>
            <p:ph type="ftr" sz="quarter" idx="3"/>
          </p:nvPr>
        </p:nvSpPr>
        <p:spPr>
          <a:xfrm>
            <a:off x="8329602" y="12714076"/>
            <a:ext cx="7724799" cy="728411"/>
          </a:xfrm>
          <a:prstGeom prst="rect">
            <a:avLst/>
          </a:prstGeom>
        </p:spPr>
        <p:txBody>
          <a:bodyPr vert="horz" lIns="104287" tIns="52144" rIns="104287" bIns="52144" rtlCol="0" anchor="ctr"/>
          <a:lstStyle>
            <a:lvl1pPr algn="ctr" defTabSz="1189473" fontAlgn="auto">
              <a:spcBef>
                <a:spcPts val="0"/>
              </a:spcBef>
              <a:spcAft>
                <a:spcPts val="0"/>
              </a:spcAft>
              <a:defRPr sz="3194">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17474053" y="12714076"/>
            <a:ext cx="5689479" cy="728411"/>
          </a:xfrm>
          <a:prstGeom prst="rect">
            <a:avLst/>
          </a:prstGeom>
        </p:spPr>
        <p:txBody>
          <a:bodyPr vert="horz" wrap="square" lIns="104287" tIns="52144" rIns="104287" bIns="52144" numCol="1" anchor="ctr" anchorCtr="0" compatLnSpc="1">
            <a:prstTxWarp prst="textNoShape">
              <a:avLst/>
            </a:prstTxWarp>
          </a:bodyPr>
          <a:lstStyle>
            <a:lvl1pPr algn="r">
              <a:defRPr sz="3194"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1" r:id="rId7"/>
    <p:sldLayoutId id="2147483662" r:id="rId8"/>
    <p:sldLayoutId id="2147483687" r:id="rId9"/>
  </p:sldLayoutIdLst>
  <p:txStyles>
    <p:titleStyle>
      <a:lvl1pPr algn="l" defTabSz="1187792" rtl="0" eaLnBrk="0" fontAlgn="base" hangingPunct="0">
        <a:spcBef>
          <a:spcPct val="0"/>
        </a:spcBef>
        <a:spcAft>
          <a:spcPct val="0"/>
        </a:spcAft>
        <a:defRPr sz="7300" kern="1200">
          <a:solidFill>
            <a:schemeClr val="tx1"/>
          </a:solidFill>
          <a:latin typeface="Open Sans"/>
          <a:ea typeface="MS PGothic" pitchFamily="34" charset="-128"/>
          <a:cs typeface="Open Sans"/>
        </a:defRPr>
      </a:lvl1pPr>
      <a:lvl2pPr algn="ctr" defTabSz="1187792" rtl="0" eaLnBrk="0" fontAlgn="base" hangingPunct="0">
        <a:spcBef>
          <a:spcPct val="0"/>
        </a:spcBef>
        <a:spcAft>
          <a:spcPct val="0"/>
        </a:spcAft>
        <a:defRPr sz="11406">
          <a:solidFill>
            <a:schemeClr val="tx1"/>
          </a:solidFill>
          <a:latin typeface="Calibri" charset="0"/>
          <a:ea typeface="MS PGothic" pitchFamily="34" charset="-128"/>
          <a:cs typeface="ＭＳ Ｐゴシック" charset="0"/>
        </a:defRPr>
      </a:lvl2pPr>
      <a:lvl3pPr algn="ctr" defTabSz="1187792" rtl="0" eaLnBrk="0" fontAlgn="base" hangingPunct="0">
        <a:spcBef>
          <a:spcPct val="0"/>
        </a:spcBef>
        <a:spcAft>
          <a:spcPct val="0"/>
        </a:spcAft>
        <a:defRPr sz="11406">
          <a:solidFill>
            <a:schemeClr val="tx1"/>
          </a:solidFill>
          <a:latin typeface="Calibri" charset="0"/>
          <a:ea typeface="MS PGothic" pitchFamily="34" charset="-128"/>
          <a:cs typeface="ＭＳ Ｐゴシック" charset="0"/>
        </a:defRPr>
      </a:lvl3pPr>
      <a:lvl4pPr algn="ctr" defTabSz="1187792" rtl="0" eaLnBrk="0" fontAlgn="base" hangingPunct="0">
        <a:spcBef>
          <a:spcPct val="0"/>
        </a:spcBef>
        <a:spcAft>
          <a:spcPct val="0"/>
        </a:spcAft>
        <a:defRPr sz="11406">
          <a:solidFill>
            <a:schemeClr val="tx1"/>
          </a:solidFill>
          <a:latin typeface="Calibri" charset="0"/>
          <a:ea typeface="MS PGothic" pitchFamily="34" charset="-128"/>
          <a:cs typeface="ＭＳ Ｐゴシック" charset="0"/>
        </a:defRPr>
      </a:lvl4pPr>
      <a:lvl5pPr algn="ctr" defTabSz="1187792" rtl="0" eaLnBrk="0" fontAlgn="base" hangingPunct="0">
        <a:spcBef>
          <a:spcPct val="0"/>
        </a:spcBef>
        <a:spcAft>
          <a:spcPct val="0"/>
        </a:spcAft>
        <a:defRPr sz="11406">
          <a:solidFill>
            <a:schemeClr val="tx1"/>
          </a:solidFill>
          <a:latin typeface="Calibri" charset="0"/>
          <a:ea typeface="MS PGothic" pitchFamily="34" charset="-128"/>
          <a:cs typeface="ＭＳ Ｐゴシック" charset="0"/>
        </a:defRPr>
      </a:lvl5pPr>
      <a:lvl6pPr marL="1042940" algn="ctr" defTabSz="1187792" rtl="0" fontAlgn="base">
        <a:spcBef>
          <a:spcPct val="0"/>
        </a:spcBef>
        <a:spcAft>
          <a:spcPct val="0"/>
        </a:spcAft>
        <a:defRPr sz="11406">
          <a:solidFill>
            <a:schemeClr val="tx1"/>
          </a:solidFill>
          <a:latin typeface="Calibri" charset="0"/>
          <a:ea typeface="ＭＳ Ｐゴシック" charset="0"/>
          <a:cs typeface="ＭＳ Ｐゴシック" charset="0"/>
        </a:defRPr>
      </a:lvl6pPr>
      <a:lvl7pPr marL="2085879" algn="ctr" defTabSz="1187792" rtl="0" fontAlgn="base">
        <a:spcBef>
          <a:spcPct val="0"/>
        </a:spcBef>
        <a:spcAft>
          <a:spcPct val="0"/>
        </a:spcAft>
        <a:defRPr sz="11406">
          <a:solidFill>
            <a:schemeClr val="tx1"/>
          </a:solidFill>
          <a:latin typeface="Calibri" charset="0"/>
          <a:ea typeface="ＭＳ Ｐゴシック" charset="0"/>
          <a:cs typeface="ＭＳ Ｐゴシック" charset="0"/>
        </a:defRPr>
      </a:lvl7pPr>
      <a:lvl8pPr marL="3128819" algn="ctr" defTabSz="1187792" rtl="0" fontAlgn="base">
        <a:spcBef>
          <a:spcPct val="0"/>
        </a:spcBef>
        <a:spcAft>
          <a:spcPct val="0"/>
        </a:spcAft>
        <a:defRPr sz="11406">
          <a:solidFill>
            <a:schemeClr val="tx1"/>
          </a:solidFill>
          <a:latin typeface="Calibri" charset="0"/>
          <a:ea typeface="ＭＳ Ｐゴシック" charset="0"/>
          <a:cs typeface="ＭＳ Ｐゴシック" charset="0"/>
        </a:defRPr>
      </a:lvl8pPr>
      <a:lvl9pPr marL="4171761" algn="ctr" defTabSz="1187792" rtl="0" fontAlgn="base">
        <a:spcBef>
          <a:spcPct val="0"/>
        </a:spcBef>
        <a:spcAft>
          <a:spcPct val="0"/>
        </a:spcAft>
        <a:defRPr sz="11406">
          <a:solidFill>
            <a:schemeClr val="tx1"/>
          </a:solidFill>
          <a:latin typeface="Calibri" charset="0"/>
          <a:ea typeface="ＭＳ Ｐゴシック" charset="0"/>
          <a:cs typeface="ＭＳ Ｐゴシック" charset="0"/>
        </a:defRPr>
      </a:lvl9pPr>
    </p:titleStyle>
    <p:bodyStyle>
      <a:lvl1pPr marL="890844" indent="-890844" algn="l" defTabSz="1187792" rtl="0" eaLnBrk="0" fontAlgn="base" hangingPunct="0">
        <a:spcBef>
          <a:spcPct val="20000"/>
        </a:spcBef>
        <a:spcAft>
          <a:spcPct val="0"/>
        </a:spcAft>
        <a:buFont typeface="Arial" pitchFamily="34" charset="0"/>
        <a:buChar char="•"/>
        <a:defRPr sz="8212" kern="1200">
          <a:solidFill>
            <a:schemeClr val="tx1"/>
          </a:solidFill>
          <a:latin typeface="Open Sans"/>
          <a:ea typeface="MS PGothic" pitchFamily="34" charset="-128"/>
          <a:cs typeface="Open Sans"/>
        </a:defRPr>
      </a:lvl1pPr>
      <a:lvl2pPr marL="1930164" indent="-742372" algn="l" defTabSz="1187792" rtl="0" eaLnBrk="0" fontAlgn="base" hangingPunct="0">
        <a:spcBef>
          <a:spcPct val="20000"/>
        </a:spcBef>
        <a:spcAft>
          <a:spcPct val="0"/>
        </a:spcAft>
        <a:buFont typeface="Arial" pitchFamily="34" charset="0"/>
        <a:buChar char="–"/>
        <a:defRPr sz="7300" kern="1200">
          <a:solidFill>
            <a:schemeClr val="tx1"/>
          </a:solidFill>
          <a:latin typeface="Open Sans"/>
          <a:ea typeface="MS PGothic" pitchFamily="34" charset="-128"/>
          <a:cs typeface="+mn-cs"/>
        </a:defRPr>
      </a:lvl2pPr>
      <a:lvl3pPr marL="2973105" indent="-593896" algn="l" defTabSz="1187792" rtl="0" eaLnBrk="0" fontAlgn="base" hangingPunct="0">
        <a:spcBef>
          <a:spcPct val="20000"/>
        </a:spcBef>
        <a:spcAft>
          <a:spcPct val="0"/>
        </a:spcAft>
        <a:buFont typeface="Arial" pitchFamily="34" charset="0"/>
        <a:buChar char="•"/>
        <a:defRPr sz="6159" kern="1200">
          <a:solidFill>
            <a:schemeClr val="tx1"/>
          </a:solidFill>
          <a:latin typeface="Open Sans"/>
          <a:ea typeface="MS PGothic" pitchFamily="34" charset="-128"/>
          <a:cs typeface="+mn-cs"/>
        </a:defRPr>
      </a:lvl3pPr>
      <a:lvl4pPr marL="4160897" indent="-593896" algn="l" defTabSz="1187792" rtl="0" eaLnBrk="0" fontAlgn="base" hangingPunct="0">
        <a:spcBef>
          <a:spcPct val="20000"/>
        </a:spcBef>
        <a:spcAft>
          <a:spcPct val="0"/>
        </a:spcAft>
        <a:buFont typeface="Arial" pitchFamily="34" charset="0"/>
        <a:buChar char="–"/>
        <a:defRPr sz="5247" kern="1200">
          <a:solidFill>
            <a:schemeClr val="tx1"/>
          </a:solidFill>
          <a:latin typeface="Open Sans"/>
          <a:ea typeface="MS PGothic" pitchFamily="34" charset="-128"/>
          <a:cs typeface="+mn-cs"/>
        </a:defRPr>
      </a:lvl4pPr>
      <a:lvl5pPr marL="5352311" indent="-593896" algn="l" defTabSz="1187792" rtl="0" eaLnBrk="0" fontAlgn="base" hangingPunct="0">
        <a:spcBef>
          <a:spcPct val="20000"/>
        </a:spcBef>
        <a:spcAft>
          <a:spcPct val="0"/>
        </a:spcAft>
        <a:buFont typeface="Arial" pitchFamily="34" charset="0"/>
        <a:buChar char="»"/>
        <a:defRPr sz="5247" kern="1200">
          <a:solidFill>
            <a:schemeClr val="tx1"/>
          </a:solidFill>
          <a:latin typeface="Open Sans"/>
          <a:ea typeface="MS PGothic" pitchFamily="34" charset="-128"/>
          <a:cs typeface="+mn-cs"/>
        </a:defRPr>
      </a:lvl5pPr>
      <a:lvl6pPr marL="6542101" indent="-594736" algn="l" defTabSz="1189473" rtl="0" eaLnBrk="1" latinLnBrk="0" hangingPunct="1">
        <a:spcBef>
          <a:spcPct val="20000"/>
        </a:spcBef>
        <a:buFont typeface="Arial"/>
        <a:buChar char="•"/>
        <a:defRPr sz="5247" kern="1200">
          <a:solidFill>
            <a:schemeClr val="tx1"/>
          </a:solidFill>
          <a:latin typeface="+mn-lt"/>
          <a:ea typeface="+mn-ea"/>
          <a:cs typeface="+mn-cs"/>
        </a:defRPr>
      </a:lvl6pPr>
      <a:lvl7pPr marL="7731574" indent="-594736" algn="l" defTabSz="1189473" rtl="0" eaLnBrk="1" latinLnBrk="0" hangingPunct="1">
        <a:spcBef>
          <a:spcPct val="20000"/>
        </a:spcBef>
        <a:buFont typeface="Arial"/>
        <a:buChar char="•"/>
        <a:defRPr sz="5247" kern="1200">
          <a:solidFill>
            <a:schemeClr val="tx1"/>
          </a:solidFill>
          <a:latin typeface="+mn-lt"/>
          <a:ea typeface="+mn-ea"/>
          <a:cs typeface="+mn-cs"/>
        </a:defRPr>
      </a:lvl7pPr>
      <a:lvl8pPr marL="8921049" indent="-594736" algn="l" defTabSz="1189473" rtl="0" eaLnBrk="1" latinLnBrk="0" hangingPunct="1">
        <a:spcBef>
          <a:spcPct val="20000"/>
        </a:spcBef>
        <a:buFont typeface="Arial"/>
        <a:buChar char="•"/>
        <a:defRPr sz="5247" kern="1200">
          <a:solidFill>
            <a:schemeClr val="tx1"/>
          </a:solidFill>
          <a:latin typeface="+mn-lt"/>
          <a:ea typeface="+mn-ea"/>
          <a:cs typeface="+mn-cs"/>
        </a:defRPr>
      </a:lvl8pPr>
      <a:lvl9pPr marL="10110521" indent="-594736" algn="l" defTabSz="1189473" rtl="0" eaLnBrk="1" latinLnBrk="0" hangingPunct="1">
        <a:spcBef>
          <a:spcPct val="20000"/>
        </a:spcBef>
        <a:buFont typeface="Arial"/>
        <a:buChar char="•"/>
        <a:defRPr sz="5247" kern="1200">
          <a:solidFill>
            <a:schemeClr val="tx1"/>
          </a:solidFill>
          <a:latin typeface="+mn-lt"/>
          <a:ea typeface="+mn-ea"/>
          <a:cs typeface="+mn-cs"/>
        </a:defRPr>
      </a:lvl9pPr>
    </p:bodyStyle>
    <p:otherStyle>
      <a:defPPr>
        <a:defRPr lang="en-US"/>
      </a:defPPr>
      <a:lvl1pPr marL="0" algn="l" defTabSz="1189473" rtl="0" eaLnBrk="1" latinLnBrk="0" hangingPunct="1">
        <a:defRPr sz="4790" kern="1200">
          <a:solidFill>
            <a:schemeClr val="tx1"/>
          </a:solidFill>
          <a:latin typeface="+mn-lt"/>
          <a:ea typeface="+mn-ea"/>
          <a:cs typeface="+mn-cs"/>
        </a:defRPr>
      </a:lvl1pPr>
      <a:lvl2pPr marL="1189473" algn="l" defTabSz="1189473" rtl="0" eaLnBrk="1" latinLnBrk="0" hangingPunct="1">
        <a:defRPr sz="4790" kern="1200">
          <a:solidFill>
            <a:schemeClr val="tx1"/>
          </a:solidFill>
          <a:latin typeface="+mn-lt"/>
          <a:ea typeface="+mn-ea"/>
          <a:cs typeface="+mn-cs"/>
        </a:defRPr>
      </a:lvl2pPr>
      <a:lvl3pPr marL="2378946" algn="l" defTabSz="1189473" rtl="0" eaLnBrk="1" latinLnBrk="0" hangingPunct="1">
        <a:defRPr sz="4790" kern="1200">
          <a:solidFill>
            <a:schemeClr val="tx1"/>
          </a:solidFill>
          <a:latin typeface="+mn-lt"/>
          <a:ea typeface="+mn-ea"/>
          <a:cs typeface="+mn-cs"/>
        </a:defRPr>
      </a:lvl3pPr>
      <a:lvl4pPr marL="3568419" algn="l" defTabSz="1189473" rtl="0" eaLnBrk="1" latinLnBrk="0" hangingPunct="1">
        <a:defRPr sz="4790" kern="1200">
          <a:solidFill>
            <a:schemeClr val="tx1"/>
          </a:solidFill>
          <a:latin typeface="+mn-lt"/>
          <a:ea typeface="+mn-ea"/>
          <a:cs typeface="+mn-cs"/>
        </a:defRPr>
      </a:lvl4pPr>
      <a:lvl5pPr marL="4757891" algn="l" defTabSz="1189473" rtl="0" eaLnBrk="1" latinLnBrk="0" hangingPunct="1">
        <a:defRPr sz="4790" kern="1200">
          <a:solidFill>
            <a:schemeClr val="tx1"/>
          </a:solidFill>
          <a:latin typeface="+mn-lt"/>
          <a:ea typeface="+mn-ea"/>
          <a:cs typeface="+mn-cs"/>
        </a:defRPr>
      </a:lvl5pPr>
      <a:lvl6pPr marL="5947366" algn="l" defTabSz="1189473" rtl="0" eaLnBrk="1" latinLnBrk="0" hangingPunct="1">
        <a:defRPr sz="4790" kern="1200">
          <a:solidFill>
            <a:schemeClr val="tx1"/>
          </a:solidFill>
          <a:latin typeface="+mn-lt"/>
          <a:ea typeface="+mn-ea"/>
          <a:cs typeface="+mn-cs"/>
        </a:defRPr>
      </a:lvl6pPr>
      <a:lvl7pPr marL="7136839" algn="l" defTabSz="1189473" rtl="0" eaLnBrk="1" latinLnBrk="0" hangingPunct="1">
        <a:defRPr sz="4790" kern="1200">
          <a:solidFill>
            <a:schemeClr val="tx1"/>
          </a:solidFill>
          <a:latin typeface="+mn-lt"/>
          <a:ea typeface="+mn-ea"/>
          <a:cs typeface="+mn-cs"/>
        </a:defRPr>
      </a:lvl7pPr>
      <a:lvl8pPr marL="8326310" algn="l" defTabSz="1189473" rtl="0" eaLnBrk="1" latinLnBrk="0" hangingPunct="1">
        <a:defRPr sz="4790" kern="1200">
          <a:solidFill>
            <a:schemeClr val="tx1"/>
          </a:solidFill>
          <a:latin typeface="+mn-lt"/>
          <a:ea typeface="+mn-ea"/>
          <a:cs typeface="+mn-cs"/>
        </a:defRPr>
      </a:lvl8pPr>
      <a:lvl9pPr marL="9515785" algn="l" defTabSz="1189473" rtl="0" eaLnBrk="1" latinLnBrk="0" hangingPunct="1">
        <a:defRPr sz="479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2" y="1079501"/>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2" y="4248507"/>
            <a:ext cx="21971000" cy="82560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137"/>
            <a:ext cx="370294" cy="379463"/>
          </a:xfrm>
          <a:prstGeom prst="rect">
            <a:avLst/>
          </a:prstGeom>
          <a:ln w="12700">
            <a:miter lim="400000"/>
          </a:ln>
        </p:spPr>
        <p:txBody>
          <a:bodyPr wrap="none" lIns="50800" tIns="50800" rIns="50800" bIns="50800" anchor="b">
            <a:spAutoFit/>
          </a:bodyPr>
          <a:lstStyle>
            <a:lvl1pPr defTabSz="584099">
              <a:defRPr sz="1799">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extLst>
      <p:ext uri="{BB962C8B-B14F-4D97-AF65-F5344CB8AC3E}">
        <p14:creationId xmlns:p14="http://schemas.microsoft.com/office/powerpoint/2010/main" val="106564796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Lst>
  <p:transition spd="med"/>
  <p:txStyles>
    <p:titleStyle>
      <a:lvl1pPr marL="0" marR="0" indent="0" algn="l" defTabSz="2437915"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122" algn="l" defTabSz="2437915"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243" algn="l" defTabSz="2437915"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361" algn="l" defTabSz="2437915"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482" algn="l" defTabSz="2437915"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5604" algn="l" defTabSz="2437915"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2725" algn="l" defTabSz="2437915"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199843" algn="l" defTabSz="2437915"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6965" algn="l" defTabSz="2437915"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495" marR="0" indent="-609495" algn="l" defTabSz="2437915" rtl="0" eaLnBrk="1" latinLnBrk="0" hangingPunct="1">
        <a:lnSpc>
          <a:spcPct val="90000"/>
        </a:lnSpc>
        <a:spcBef>
          <a:spcPts val="4498"/>
        </a:spcBef>
        <a:spcAft>
          <a:spcPts val="0"/>
        </a:spcAft>
        <a:buClrTx/>
        <a:buSzPct val="123000"/>
        <a:buFontTx/>
        <a:buChar char="•"/>
        <a:tabLst/>
        <a:defRPr sz="4799"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8988" marR="0" indent="-609495" algn="l" defTabSz="2437915" rtl="0" eaLnBrk="1" latinLnBrk="0" hangingPunct="1">
        <a:lnSpc>
          <a:spcPct val="90000"/>
        </a:lnSpc>
        <a:spcBef>
          <a:spcPts val="4498"/>
        </a:spcBef>
        <a:spcAft>
          <a:spcPts val="0"/>
        </a:spcAft>
        <a:buClrTx/>
        <a:buSzPct val="123000"/>
        <a:buFontTx/>
        <a:buChar char="•"/>
        <a:tabLst/>
        <a:defRPr sz="4799"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482" marR="0" indent="-609495" algn="l" defTabSz="2437915" rtl="0" eaLnBrk="1" latinLnBrk="0" hangingPunct="1">
        <a:lnSpc>
          <a:spcPct val="90000"/>
        </a:lnSpc>
        <a:spcBef>
          <a:spcPts val="4498"/>
        </a:spcBef>
        <a:spcAft>
          <a:spcPts val="0"/>
        </a:spcAft>
        <a:buClrTx/>
        <a:buSzPct val="123000"/>
        <a:buFontTx/>
        <a:buChar char="•"/>
        <a:tabLst/>
        <a:defRPr sz="4799"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7977" marR="0" indent="-609495" algn="l" defTabSz="2437915" rtl="0" eaLnBrk="1" latinLnBrk="0" hangingPunct="1">
        <a:lnSpc>
          <a:spcPct val="90000"/>
        </a:lnSpc>
        <a:spcBef>
          <a:spcPts val="4498"/>
        </a:spcBef>
        <a:spcAft>
          <a:spcPts val="0"/>
        </a:spcAft>
        <a:buClrTx/>
        <a:buSzPct val="123000"/>
        <a:buFontTx/>
        <a:buChar char="•"/>
        <a:tabLst/>
        <a:defRPr sz="4799"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7470" marR="0" indent="-609495" algn="l" defTabSz="2437915" rtl="0" eaLnBrk="1" latinLnBrk="0" hangingPunct="1">
        <a:lnSpc>
          <a:spcPct val="90000"/>
        </a:lnSpc>
        <a:spcBef>
          <a:spcPts val="4498"/>
        </a:spcBef>
        <a:spcAft>
          <a:spcPts val="0"/>
        </a:spcAft>
        <a:buClrTx/>
        <a:buSzPct val="123000"/>
        <a:buFontTx/>
        <a:buChar char="•"/>
        <a:tabLst/>
        <a:defRPr sz="4799"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6965" marR="0" indent="-609495" algn="l" defTabSz="2437915" rtl="0" eaLnBrk="1" latinLnBrk="0" hangingPunct="1">
        <a:lnSpc>
          <a:spcPct val="90000"/>
        </a:lnSpc>
        <a:spcBef>
          <a:spcPts val="4498"/>
        </a:spcBef>
        <a:spcAft>
          <a:spcPts val="0"/>
        </a:spcAft>
        <a:buClrTx/>
        <a:buSzPct val="123000"/>
        <a:buFontTx/>
        <a:buChar char="•"/>
        <a:tabLst/>
        <a:defRPr sz="4799" b="0" i="0" u="none" strike="noStrike" cap="none" spc="0" baseline="0">
          <a:solidFill>
            <a:srgbClr val="000000"/>
          </a:solidFill>
          <a:uFillTx/>
          <a:latin typeface="+mn-lt"/>
          <a:ea typeface="+mn-ea"/>
          <a:cs typeface="+mn-cs"/>
          <a:sym typeface="Helvetica Neue"/>
        </a:defRPr>
      </a:lvl6pPr>
      <a:lvl7pPr marL="4266460" marR="0" indent="-609495" algn="l" defTabSz="2437915" rtl="0" eaLnBrk="1" latinLnBrk="0" hangingPunct="1">
        <a:lnSpc>
          <a:spcPct val="90000"/>
        </a:lnSpc>
        <a:spcBef>
          <a:spcPts val="4498"/>
        </a:spcBef>
        <a:spcAft>
          <a:spcPts val="0"/>
        </a:spcAft>
        <a:buClrTx/>
        <a:buSzPct val="123000"/>
        <a:buFontTx/>
        <a:buChar char="•"/>
        <a:tabLst/>
        <a:defRPr sz="4799" b="0" i="0" u="none" strike="noStrike" cap="none" spc="0" baseline="0">
          <a:solidFill>
            <a:srgbClr val="000000"/>
          </a:solidFill>
          <a:uFillTx/>
          <a:latin typeface="+mn-lt"/>
          <a:ea typeface="+mn-ea"/>
          <a:cs typeface="+mn-cs"/>
          <a:sym typeface="Helvetica Neue"/>
        </a:defRPr>
      </a:lvl7pPr>
      <a:lvl8pPr marL="4875952" marR="0" indent="-609495" algn="l" defTabSz="2437915" rtl="0" eaLnBrk="1" latinLnBrk="0" hangingPunct="1">
        <a:lnSpc>
          <a:spcPct val="90000"/>
        </a:lnSpc>
        <a:spcBef>
          <a:spcPts val="4498"/>
        </a:spcBef>
        <a:spcAft>
          <a:spcPts val="0"/>
        </a:spcAft>
        <a:buClrTx/>
        <a:buSzPct val="123000"/>
        <a:buFontTx/>
        <a:buChar char="•"/>
        <a:tabLst/>
        <a:defRPr sz="4799" b="0" i="0" u="none" strike="noStrike" cap="none" spc="0" baseline="0">
          <a:solidFill>
            <a:srgbClr val="000000"/>
          </a:solidFill>
          <a:uFillTx/>
          <a:latin typeface="+mn-lt"/>
          <a:ea typeface="+mn-ea"/>
          <a:cs typeface="+mn-cs"/>
          <a:sym typeface="Helvetica Neue"/>
        </a:defRPr>
      </a:lvl8pPr>
      <a:lvl9pPr marL="5485447" marR="0" indent="-609495" algn="l" defTabSz="2437915" rtl="0" eaLnBrk="1" latinLnBrk="0" hangingPunct="1">
        <a:lnSpc>
          <a:spcPct val="90000"/>
        </a:lnSpc>
        <a:spcBef>
          <a:spcPts val="4498"/>
        </a:spcBef>
        <a:spcAft>
          <a:spcPts val="0"/>
        </a:spcAft>
        <a:buClrTx/>
        <a:buSzPct val="123000"/>
        <a:buFontTx/>
        <a:buChar char="•"/>
        <a:tabLst/>
        <a:defRPr sz="4799" b="0" i="0" u="none" strike="noStrike" cap="none" spc="0" baseline="0">
          <a:solidFill>
            <a:srgbClr val="000000"/>
          </a:solidFill>
          <a:uFillTx/>
          <a:latin typeface="+mn-lt"/>
          <a:ea typeface="+mn-ea"/>
          <a:cs typeface="+mn-cs"/>
          <a:sym typeface="Helvetica Neue"/>
        </a:defRPr>
      </a:lvl9pPr>
    </p:bodyStyle>
    <p:otherStyle>
      <a:lvl1pPr marL="0" marR="0" indent="0" algn="ctr" defTabSz="584099" rtl="0" eaLnBrk="1" latinLnBrk="0" hangingPunct="1">
        <a:lnSpc>
          <a:spcPct val="100000"/>
        </a:lnSpc>
        <a:spcBef>
          <a:spcPts val="0"/>
        </a:spcBef>
        <a:spcAft>
          <a:spcPts val="0"/>
        </a:spcAft>
        <a:buClrTx/>
        <a:buSzTx/>
        <a:buFontTx/>
        <a:buNone/>
        <a:tabLst/>
        <a:defRPr sz="1799" b="0" i="0" u="none" strike="noStrike" cap="none" spc="0" baseline="0">
          <a:solidFill>
            <a:schemeClr val="tx1"/>
          </a:solidFill>
          <a:uFillTx/>
          <a:latin typeface="+mn-lt"/>
          <a:ea typeface="+mn-ea"/>
          <a:cs typeface="+mn-cs"/>
          <a:sym typeface="Helvetica Neue"/>
        </a:defRPr>
      </a:lvl1pPr>
      <a:lvl2pPr marL="0" marR="0" indent="457122" algn="ctr" defTabSz="584099" rtl="0" eaLnBrk="1" latinLnBrk="0" hangingPunct="1">
        <a:lnSpc>
          <a:spcPct val="100000"/>
        </a:lnSpc>
        <a:spcBef>
          <a:spcPts val="0"/>
        </a:spcBef>
        <a:spcAft>
          <a:spcPts val="0"/>
        </a:spcAft>
        <a:buClrTx/>
        <a:buSzTx/>
        <a:buFontTx/>
        <a:buNone/>
        <a:tabLst/>
        <a:defRPr sz="1799" b="0" i="0" u="none" strike="noStrike" cap="none" spc="0" baseline="0">
          <a:solidFill>
            <a:schemeClr val="tx1"/>
          </a:solidFill>
          <a:uFillTx/>
          <a:latin typeface="+mn-lt"/>
          <a:ea typeface="+mn-ea"/>
          <a:cs typeface="+mn-cs"/>
          <a:sym typeface="Helvetica Neue"/>
        </a:defRPr>
      </a:lvl2pPr>
      <a:lvl3pPr marL="0" marR="0" indent="914243" algn="ctr" defTabSz="584099" rtl="0" eaLnBrk="1" latinLnBrk="0" hangingPunct="1">
        <a:lnSpc>
          <a:spcPct val="100000"/>
        </a:lnSpc>
        <a:spcBef>
          <a:spcPts val="0"/>
        </a:spcBef>
        <a:spcAft>
          <a:spcPts val="0"/>
        </a:spcAft>
        <a:buClrTx/>
        <a:buSzTx/>
        <a:buFontTx/>
        <a:buNone/>
        <a:tabLst/>
        <a:defRPr sz="1799" b="0" i="0" u="none" strike="noStrike" cap="none" spc="0" baseline="0">
          <a:solidFill>
            <a:schemeClr val="tx1"/>
          </a:solidFill>
          <a:uFillTx/>
          <a:latin typeface="+mn-lt"/>
          <a:ea typeface="+mn-ea"/>
          <a:cs typeface="+mn-cs"/>
          <a:sym typeface="Helvetica Neue"/>
        </a:defRPr>
      </a:lvl3pPr>
      <a:lvl4pPr marL="0" marR="0" indent="1371361" algn="ctr" defTabSz="584099" rtl="0" eaLnBrk="1" latinLnBrk="0" hangingPunct="1">
        <a:lnSpc>
          <a:spcPct val="100000"/>
        </a:lnSpc>
        <a:spcBef>
          <a:spcPts val="0"/>
        </a:spcBef>
        <a:spcAft>
          <a:spcPts val="0"/>
        </a:spcAft>
        <a:buClrTx/>
        <a:buSzTx/>
        <a:buFontTx/>
        <a:buNone/>
        <a:tabLst/>
        <a:defRPr sz="1799" b="0" i="0" u="none" strike="noStrike" cap="none" spc="0" baseline="0">
          <a:solidFill>
            <a:schemeClr val="tx1"/>
          </a:solidFill>
          <a:uFillTx/>
          <a:latin typeface="+mn-lt"/>
          <a:ea typeface="+mn-ea"/>
          <a:cs typeface="+mn-cs"/>
          <a:sym typeface="Helvetica Neue"/>
        </a:defRPr>
      </a:lvl4pPr>
      <a:lvl5pPr marL="0" marR="0" indent="1828482" algn="ctr" defTabSz="584099" rtl="0" eaLnBrk="1" latinLnBrk="0" hangingPunct="1">
        <a:lnSpc>
          <a:spcPct val="100000"/>
        </a:lnSpc>
        <a:spcBef>
          <a:spcPts val="0"/>
        </a:spcBef>
        <a:spcAft>
          <a:spcPts val="0"/>
        </a:spcAft>
        <a:buClrTx/>
        <a:buSzTx/>
        <a:buFontTx/>
        <a:buNone/>
        <a:tabLst/>
        <a:defRPr sz="1799" b="0" i="0" u="none" strike="noStrike" cap="none" spc="0" baseline="0">
          <a:solidFill>
            <a:schemeClr val="tx1"/>
          </a:solidFill>
          <a:uFillTx/>
          <a:latin typeface="+mn-lt"/>
          <a:ea typeface="+mn-ea"/>
          <a:cs typeface="+mn-cs"/>
          <a:sym typeface="Helvetica Neue"/>
        </a:defRPr>
      </a:lvl5pPr>
      <a:lvl6pPr marL="0" marR="0" indent="2285604" algn="ctr" defTabSz="584099" rtl="0" eaLnBrk="1" latinLnBrk="0" hangingPunct="1">
        <a:lnSpc>
          <a:spcPct val="100000"/>
        </a:lnSpc>
        <a:spcBef>
          <a:spcPts val="0"/>
        </a:spcBef>
        <a:spcAft>
          <a:spcPts val="0"/>
        </a:spcAft>
        <a:buClrTx/>
        <a:buSzTx/>
        <a:buFontTx/>
        <a:buNone/>
        <a:tabLst/>
        <a:defRPr sz="1799" b="0" i="0" u="none" strike="noStrike" cap="none" spc="0" baseline="0">
          <a:solidFill>
            <a:schemeClr val="tx1"/>
          </a:solidFill>
          <a:uFillTx/>
          <a:latin typeface="+mn-lt"/>
          <a:ea typeface="+mn-ea"/>
          <a:cs typeface="+mn-cs"/>
          <a:sym typeface="Helvetica Neue"/>
        </a:defRPr>
      </a:lvl6pPr>
      <a:lvl7pPr marL="0" marR="0" indent="2742725" algn="ctr" defTabSz="584099" rtl="0" eaLnBrk="1" latinLnBrk="0" hangingPunct="1">
        <a:lnSpc>
          <a:spcPct val="100000"/>
        </a:lnSpc>
        <a:spcBef>
          <a:spcPts val="0"/>
        </a:spcBef>
        <a:spcAft>
          <a:spcPts val="0"/>
        </a:spcAft>
        <a:buClrTx/>
        <a:buSzTx/>
        <a:buFontTx/>
        <a:buNone/>
        <a:tabLst/>
        <a:defRPr sz="1799" b="0" i="0" u="none" strike="noStrike" cap="none" spc="0" baseline="0">
          <a:solidFill>
            <a:schemeClr val="tx1"/>
          </a:solidFill>
          <a:uFillTx/>
          <a:latin typeface="+mn-lt"/>
          <a:ea typeface="+mn-ea"/>
          <a:cs typeface="+mn-cs"/>
          <a:sym typeface="Helvetica Neue"/>
        </a:defRPr>
      </a:lvl7pPr>
      <a:lvl8pPr marL="0" marR="0" indent="3199843" algn="ctr" defTabSz="584099" rtl="0" eaLnBrk="1" latinLnBrk="0" hangingPunct="1">
        <a:lnSpc>
          <a:spcPct val="100000"/>
        </a:lnSpc>
        <a:spcBef>
          <a:spcPts val="0"/>
        </a:spcBef>
        <a:spcAft>
          <a:spcPts val="0"/>
        </a:spcAft>
        <a:buClrTx/>
        <a:buSzTx/>
        <a:buFontTx/>
        <a:buNone/>
        <a:tabLst/>
        <a:defRPr sz="1799" b="0" i="0" u="none" strike="noStrike" cap="none" spc="0" baseline="0">
          <a:solidFill>
            <a:schemeClr val="tx1"/>
          </a:solidFill>
          <a:uFillTx/>
          <a:latin typeface="+mn-lt"/>
          <a:ea typeface="+mn-ea"/>
          <a:cs typeface="+mn-cs"/>
          <a:sym typeface="Helvetica Neue"/>
        </a:defRPr>
      </a:lvl8pPr>
      <a:lvl9pPr marL="0" marR="0" indent="3656965" algn="ctr" defTabSz="584099" rtl="0" eaLnBrk="1" latinLnBrk="0" hangingPunct="1">
        <a:lnSpc>
          <a:spcPct val="100000"/>
        </a:lnSpc>
        <a:spcBef>
          <a:spcPts val="0"/>
        </a:spcBef>
        <a:spcAft>
          <a:spcPts val="0"/>
        </a:spcAft>
        <a:buClrTx/>
        <a:buSzTx/>
        <a:buFontTx/>
        <a:buNone/>
        <a:tabLst/>
        <a:defRPr sz="1799"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a:xfrm>
            <a:off x="1174316" y="8031512"/>
            <a:ext cx="21970136" cy="1904926"/>
          </a:xfrm>
        </p:spPr>
        <p:txBody>
          <a:bodyPr/>
          <a:lstStyle/>
          <a:p>
            <a:r>
              <a:rPr lang="en-US" dirty="0"/>
              <a:t>Session  1</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179470" y="3851820"/>
            <a:ext cx="21964982" cy="3917665"/>
          </a:xfrm>
        </p:spPr>
        <p:txBody>
          <a:bodyPr/>
          <a:lstStyle/>
          <a:p>
            <a:r>
              <a:rPr lang="en-US" b="1" dirty="0">
                <a:effectLst/>
              </a:rPr>
              <a:t>Computer and Network Security Concepts</a:t>
            </a:r>
            <a:endParaRPr lang="en-US"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Ade Putera Kemala</a:t>
            </a:r>
          </a:p>
        </p:txBody>
      </p:sp>
      <p:sp>
        <p:nvSpPr>
          <p:cNvPr id="5" name="Text Placeholder 1">
            <a:extLst>
              <a:ext uri="{FF2B5EF4-FFF2-40B4-BE49-F238E27FC236}">
                <a16:creationId xmlns:a16="http://schemas.microsoft.com/office/drawing/2014/main" id="{88C29C9C-66E8-2FED-C1D4-AC31705038C6}"/>
              </a:ext>
            </a:extLst>
          </p:cNvPr>
          <p:cNvSpPr txBox="1">
            <a:spLocks/>
          </p:cNvSpPr>
          <p:nvPr/>
        </p:nvSpPr>
        <p:spPr>
          <a:xfrm>
            <a:off x="482" y="2458155"/>
            <a:ext cx="24383039" cy="19049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7" tIns="50797" rIns="50797" bIns="50797">
            <a:normAutofit/>
          </a:bodyPr>
          <a:lstStyle>
            <a:lvl1pPr marL="0" marR="0" indent="0" algn="ctr" defTabSz="825500" rtl="0" eaLnBrk="1" latinLnBrk="0" hangingPunct="1">
              <a:lnSpc>
                <a:spcPct val="100000"/>
              </a:lnSpc>
              <a:spcBef>
                <a:spcPts val="0"/>
              </a:spcBef>
              <a:spcAft>
                <a:spcPts val="0"/>
              </a:spcAft>
              <a:buClrTx/>
              <a:buSzTx/>
              <a:buFontTx/>
              <a:buNone/>
              <a:tabLst/>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marR="0" indent="457200" algn="l" defTabSz="825500" rtl="0" eaLnBrk="1" latinLnBrk="0" hangingPunct="1">
              <a:lnSpc>
                <a:spcPct val="100000"/>
              </a:lnSpc>
              <a:spcBef>
                <a:spcPts val="0"/>
              </a:spcBef>
              <a:spcAft>
                <a:spcPts val="0"/>
              </a:spcAft>
              <a:buClrTx/>
              <a:buSzTx/>
              <a:buFontTx/>
              <a:buNone/>
              <a:tabLst/>
              <a:defRPr sz="5500" b="1"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0" marR="0" indent="914400" algn="l" defTabSz="825500" rtl="0" eaLnBrk="1" latinLnBrk="0" hangingPunct="1">
              <a:lnSpc>
                <a:spcPct val="100000"/>
              </a:lnSpc>
              <a:spcBef>
                <a:spcPts val="0"/>
              </a:spcBef>
              <a:spcAft>
                <a:spcPts val="0"/>
              </a:spcAft>
              <a:buClrTx/>
              <a:buSzTx/>
              <a:buFontTx/>
              <a:buNone/>
              <a:tabLst/>
              <a:defRPr sz="5500" b="1"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0" marR="0" indent="1371600" algn="l" defTabSz="825500" rtl="0" eaLnBrk="1" latinLnBrk="0" hangingPunct="1">
              <a:lnSpc>
                <a:spcPct val="100000"/>
              </a:lnSpc>
              <a:spcBef>
                <a:spcPts val="0"/>
              </a:spcBef>
              <a:spcAft>
                <a:spcPts val="0"/>
              </a:spcAft>
              <a:buClrTx/>
              <a:buSzTx/>
              <a:buFontTx/>
              <a:buNone/>
              <a:tabLst/>
              <a:defRPr sz="5500" b="1"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0" marR="0" indent="1828800" algn="l" defTabSz="825500" rtl="0" eaLnBrk="1" latinLnBrk="0" hangingPunct="1">
              <a:lnSpc>
                <a:spcPct val="100000"/>
              </a:lnSpc>
              <a:spcBef>
                <a:spcPts val="0"/>
              </a:spcBef>
              <a:spcAft>
                <a:spcPts val="0"/>
              </a:spcAft>
              <a:buClrTx/>
              <a:buSzTx/>
              <a:buFontTx/>
              <a:buNone/>
              <a:tabLst/>
              <a:defRPr sz="5500" b="1"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US" sz="3600" dirty="0"/>
              <a:t>Course : DTSC6004001 – data security​</a:t>
            </a:r>
          </a:p>
        </p:txBody>
      </p:sp>
      <p:sp>
        <p:nvSpPr>
          <p:cNvPr id="7" name="TextBox 6">
            <a:extLst>
              <a:ext uri="{FF2B5EF4-FFF2-40B4-BE49-F238E27FC236}">
                <a16:creationId xmlns:a16="http://schemas.microsoft.com/office/drawing/2014/main" id="{F59F05FE-9DDA-C237-1120-61BD55A86104}"/>
              </a:ext>
            </a:extLst>
          </p:cNvPr>
          <p:cNvSpPr txBox="1"/>
          <p:nvPr/>
        </p:nvSpPr>
        <p:spPr>
          <a:xfrm>
            <a:off x="-32135" y="11978989"/>
            <a:ext cx="24383038" cy="461665"/>
          </a:xfrm>
          <a:prstGeom prst="rect">
            <a:avLst/>
          </a:prstGeom>
          <a:noFill/>
        </p:spPr>
        <p:txBody>
          <a:bodyPr wrap="square">
            <a:spAutoFit/>
          </a:bodyPr>
          <a:lstStyle/>
          <a:p>
            <a:pPr algn="ctr"/>
            <a:r>
              <a:rPr lang="en-US" sz="2400"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Effective Period : September 2023</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AAC89389-8D2D-09DF-4BA0-DE2260C75713}"/>
              </a:ext>
            </a:extLst>
          </p:cNvPr>
          <p:cNvSpPr txBox="1"/>
          <p:nvPr/>
        </p:nvSpPr>
        <p:spPr>
          <a:xfrm>
            <a:off x="1690065" y="4856260"/>
            <a:ext cx="20930984" cy="24520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828482" indent="-1828482">
              <a:lnSpc>
                <a:spcPct val="150000"/>
              </a:lnSpc>
            </a:pPr>
            <a:r>
              <a:rPr lang="en-US" sz="5399" b="1" dirty="0">
                <a:solidFill>
                  <a:schemeClr val="bg1"/>
                </a:solidFill>
                <a:latin typeface="Open Sans" panose="020B0606030504020204" pitchFamily="34" charset="0"/>
                <a:ea typeface="+mn-ea"/>
                <a:cs typeface="Open Sans" panose="020B0606030504020204" pitchFamily="34" charset="0"/>
              </a:rPr>
              <a:t>LO1: Explain the concepts of computer security and cryptography</a:t>
            </a:r>
          </a:p>
        </p:txBody>
      </p:sp>
      <p:sp>
        <p:nvSpPr>
          <p:cNvPr id="58" name="TextBox 57">
            <a:extLst>
              <a:ext uri="{FF2B5EF4-FFF2-40B4-BE49-F238E27FC236}">
                <a16:creationId xmlns:a16="http://schemas.microsoft.com/office/drawing/2014/main" id="{5DF4DD11-965C-E27A-1565-1B1D746A1368}"/>
              </a:ext>
            </a:extLst>
          </p:cNvPr>
          <p:cNvSpPr txBox="1"/>
          <p:nvPr/>
        </p:nvSpPr>
        <p:spPr>
          <a:xfrm>
            <a:off x="7772576" y="1341207"/>
            <a:ext cx="10256777" cy="13333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7" tIns="50797" rIns="50797" bIns="50797" numCol="1" spcCol="38100" rtlCol="0" anchor="ctr">
            <a:spAutoFit/>
          </a:bodyPr>
          <a:lstStyle/>
          <a:p>
            <a:pPr algn="ctr" defTabSz="2437915" fontAlgn="auto" hangingPunct="0">
              <a:spcBef>
                <a:spcPts val="0"/>
              </a:spcBef>
              <a:spcAft>
                <a:spcPts val="0"/>
              </a:spcAft>
            </a:pPr>
            <a:r>
              <a:rPr lang="en-US" sz="7998" b="1" dirty="0">
                <a:solidFill>
                  <a:schemeClr val="bg1"/>
                </a:solidFill>
                <a:latin typeface="+mn-lt"/>
                <a:ea typeface="+mn-ea"/>
                <a:sym typeface="Helvetica Neue"/>
              </a:rPr>
              <a:t>Learning Outcomes</a:t>
            </a:r>
          </a:p>
        </p:txBody>
      </p:sp>
    </p:spTree>
    <p:extLst>
      <p:ext uri="{BB962C8B-B14F-4D97-AF65-F5344CB8AC3E}">
        <p14:creationId xmlns:p14="http://schemas.microsoft.com/office/powerpoint/2010/main" val="419429880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a:xfrm>
            <a:off x="9271705" y="366193"/>
            <a:ext cx="6186430" cy="1866828"/>
          </a:xfrm>
        </p:spPr>
        <p:txBody>
          <a:bodyPr>
            <a:noAutofit/>
          </a:bodyPr>
          <a:lstStyle/>
          <a:p>
            <a:r>
              <a:rPr lang="en-US" sz="7998" b="1" dirty="0"/>
              <a:t>OUTLINE</a:t>
            </a:r>
          </a:p>
        </p:txBody>
      </p:sp>
      <p:sp>
        <p:nvSpPr>
          <p:cNvPr id="4" name="Content Placeholder 3">
            <a:extLst>
              <a:ext uri="{FF2B5EF4-FFF2-40B4-BE49-F238E27FC236}">
                <a16:creationId xmlns:a16="http://schemas.microsoft.com/office/drawing/2014/main" id="{DC1B17BA-A61D-0861-E367-2840AF8FEEE7}"/>
              </a:ext>
            </a:extLst>
          </p:cNvPr>
          <p:cNvSpPr>
            <a:spLocks noGrp="1"/>
          </p:cNvSpPr>
          <p:nvPr>
            <p:ph type="body" sz="quarter" idx="4294967295"/>
          </p:nvPr>
        </p:nvSpPr>
        <p:spPr>
          <a:xfrm>
            <a:off x="1456342" y="2605346"/>
            <a:ext cx="21471323" cy="10058005"/>
          </a:xfrm>
        </p:spPr>
        <p:txBody>
          <a:bodyPr>
            <a:normAutofit/>
          </a:bodyPr>
          <a:lstStyle/>
          <a:p>
            <a:r>
              <a:rPr lang="en-US" sz="5400" b="1"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Computer Security Concepts</a:t>
            </a:r>
          </a:p>
          <a:p>
            <a:r>
              <a:rPr lang="en-US" sz="5400" b="1"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The OSI Security Architecture</a:t>
            </a:r>
          </a:p>
          <a:p>
            <a:r>
              <a:rPr lang="en-US" sz="5400" b="1"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Attack Surfaces and Attack Trees</a:t>
            </a:r>
          </a:p>
          <a:p>
            <a:r>
              <a:rPr lang="en-US" sz="5400" b="1"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A Model for Network Security	</a:t>
            </a:r>
          </a:p>
          <a:p>
            <a:r>
              <a:rPr lang="en-US" sz="5400" b="1"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Standards</a:t>
            </a:r>
          </a:p>
          <a:p>
            <a:endParaRPr lang="en-US" sz="5400" b="1"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a:p>
            <a:endParaRPr lang="en-US" sz="5400" b="1"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9426205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p:txBody>
          <a:bodyPr>
            <a:noAutofit/>
          </a:bodyPr>
          <a:lstStyle/>
          <a:p>
            <a:r>
              <a:rPr lang="en-US" sz="7200" dirty="0"/>
              <a:t>Computer Security Concept</a:t>
            </a:r>
          </a:p>
        </p:txBody>
      </p:sp>
    </p:spTree>
    <p:extLst>
      <p:ext uri="{BB962C8B-B14F-4D97-AF65-F5344CB8AC3E}">
        <p14:creationId xmlns:p14="http://schemas.microsoft.com/office/powerpoint/2010/main" val="169104179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Computer Security Concept</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Cybersecurity</a:t>
            </a:r>
            <a:r>
              <a:rPr lang="en-US" sz="4799" dirty="0"/>
              <a:t> Concept</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30"/>
            <a:ext cx="20010517" cy="8243556"/>
          </a:xfrm>
        </p:spPr>
        <p:txBody>
          <a:bodyPr>
            <a:normAutofit/>
          </a:bodyPr>
          <a:lstStyle/>
          <a:p>
            <a:pPr marL="0" indent="0" algn="just">
              <a:lnSpc>
                <a:spcPct val="150000"/>
              </a:lnSpc>
              <a:buNone/>
            </a:pPr>
            <a:r>
              <a:rPr lang="en-US" sz="4000" dirty="0">
                <a:latin typeface="+mn-lt"/>
              </a:rPr>
              <a:t>Protection of information that is stored, transmitted, and processed in a networked system of computers, other digital devices, and network devices and transmission lines, including the Internet. </a:t>
            </a:r>
          </a:p>
        </p:txBody>
      </p:sp>
    </p:spTree>
    <p:extLst>
      <p:ext uri="{BB962C8B-B14F-4D97-AF65-F5344CB8AC3E}">
        <p14:creationId xmlns:p14="http://schemas.microsoft.com/office/powerpoint/2010/main" val="58674933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Computer Security Concept</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Subset of Cybersecurity</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a:bodyPr>
          <a:lstStyle/>
          <a:p>
            <a:pPr marL="782206" indent="-782206" algn="just">
              <a:lnSpc>
                <a:spcPct val="150000"/>
              </a:lnSpc>
              <a:buFont typeface="Arial" panose="020B0604020202020204" pitchFamily="34" charset="0"/>
              <a:buChar char="•"/>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Information security : </a:t>
            </a:r>
            <a:r>
              <a:rPr lang="en-US" sz="4000" dirty="0">
                <a:latin typeface="Open Sans" panose="020B0606030504020204" pitchFamily="34" charset="0"/>
                <a:ea typeface="Open Sans" panose="020B0606030504020204" pitchFamily="34" charset="0"/>
                <a:cs typeface="Open Sans" panose="020B0606030504020204" pitchFamily="34" charset="0"/>
              </a:rPr>
              <a:t>This term refers to preservation of confidentiality, integrity, and availability of information. In addition, other properties, such as authenticity, accountability, nonrepudiation, and reliability can also be involved.</a:t>
            </a:r>
          </a:p>
          <a:p>
            <a:pPr marL="782206" indent="-782206" algn="just">
              <a:lnSpc>
                <a:spcPct val="150000"/>
              </a:lnSpc>
              <a:buFont typeface="Arial" panose="020B0604020202020204" pitchFamily="34" charset="0"/>
              <a:buChar char="•"/>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Network security : </a:t>
            </a:r>
            <a:r>
              <a:rPr lang="en-US" sz="4000" dirty="0">
                <a:latin typeface="Open Sans" panose="020B0606030504020204" pitchFamily="34" charset="0"/>
                <a:ea typeface="Open Sans" panose="020B0606030504020204" pitchFamily="34" charset="0"/>
                <a:cs typeface="Open Sans" panose="020B0606030504020204" pitchFamily="34" charset="0"/>
              </a:rPr>
              <a:t>This term refers to protection of networks and their service from unauthorized modification, destruction, or disclosure, and provision of assurance that the network performs its critical functions correctly and there are no harmful side effects.</a:t>
            </a:r>
          </a:p>
        </p:txBody>
      </p:sp>
    </p:spTree>
    <p:extLst>
      <p:ext uri="{BB962C8B-B14F-4D97-AF65-F5344CB8AC3E}">
        <p14:creationId xmlns:p14="http://schemas.microsoft.com/office/powerpoint/2010/main" val="393001811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Computer Security Concept</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Security Objective</a:t>
            </a:r>
          </a:p>
        </p:txBody>
      </p:sp>
      <p:pic>
        <p:nvPicPr>
          <p:cNvPr id="5" name="Content Placeholder 4">
            <a:extLst>
              <a:ext uri="{FF2B5EF4-FFF2-40B4-BE49-F238E27FC236}">
                <a16:creationId xmlns:a16="http://schemas.microsoft.com/office/drawing/2014/main" id="{42C74BA2-ECB9-B4F0-8B87-0277DE2D384B}"/>
              </a:ext>
            </a:extLst>
          </p:cNvPr>
          <p:cNvPicPr>
            <a:picLocks noGrp="1" noChangeAspect="1"/>
          </p:cNvPicPr>
          <p:nvPr>
            <p:ph sz="quarter" idx="11"/>
          </p:nvPr>
        </p:nvPicPr>
        <p:blipFill>
          <a:blip r:embed="rId3"/>
          <a:stretch>
            <a:fillRect/>
          </a:stretch>
        </p:blipFill>
        <p:spPr>
          <a:xfrm>
            <a:off x="6069376" y="3586707"/>
            <a:ext cx="10955812" cy="10129293"/>
          </a:xfrm>
          <a:prstGeom prst="rect">
            <a:avLst/>
          </a:prstGeom>
        </p:spPr>
      </p:pic>
    </p:spTree>
    <p:extLst>
      <p:ext uri="{BB962C8B-B14F-4D97-AF65-F5344CB8AC3E}">
        <p14:creationId xmlns:p14="http://schemas.microsoft.com/office/powerpoint/2010/main" val="84105320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p:txBody>
          <a:bodyPr>
            <a:noAutofit/>
          </a:bodyPr>
          <a:lstStyle/>
          <a:p>
            <a:r>
              <a:rPr lang="en-US" sz="7200" dirty="0"/>
              <a:t>The OSI Security Architecture</a:t>
            </a:r>
          </a:p>
        </p:txBody>
      </p:sp>
    </p:spTree>
    <p:extLst>
      <p:ext uri="{BB962C8B-B14F-4D97-AF65-F5344CB8AC3E}">
        <p14:creationId xmlns:p14="http://schemas.microsoft.com/office/powerpoint/2010/main" val="266913380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The OSI Security Architecture</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OSI Security Architecture</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a:bodyPr>
          <a:lstStyle/>
          <a:p>
            <a:pPr marL="782206" indent="-782206" algn="just">
              <a:lnSpc>
                <a:spcPct val="150000"/>
              </a:lnSpc>
              <a:buFont typeface="Arial" panose="020B0604020202020204" pitchFamily="34" charset="0"/>
              <a:buChar char="•"/>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Information security : </a:t>
            </a:r>
            <a:r>
              <a:rPr lang="en-US" sz="4000" dirty="0">
                <a:latin typeface="Open Sans" panose="020B0606030504020204" pitchFamily="34" charset="0"/>
                <a:ea typeface="Open Sans" panose="020B0606030504020204" pitchFamily="34" charset="0"/>
                <a:cs typeface="Open Sans" panose="020B0606030504020204" pitchFamily="34" charset="0"/>
              </a:rPr>
              <a:t>This term refers to preservation of confidentiality, integrity, and availability of information. In addition, other properties, such as authenticity, accountability, nonrepudiation, and reliability can also be involved.</a:t>
            </a:r>
          </a:p>
          <a:p>
            <a:pPr marL="782206" indent="-782206" algn="just">
              <a:lnSpc>
                <a:spcPct val="150000"/>
              </a:lnSpc>
              <a:buFont typeface="Arial" panose="020B0604020202020204" pitchFamily="34" charset="0"/>
              <a:buChar char="•"/>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Network security : </a:t>
            </a:r>
            <a:r>
              <a:rPr lang="en-US" sz="4000" dirty="0">
                <a:latin typeface="Open Sans" panose="020B0606030504020204" pitchFamily="34" charset="0"/>
                <a:ea typeface="Open Sans" panose="020B0606030504020204" pitchFamily="34" charset="0"/>
                <a:cs typeface="Open Sans" panose="020B0606030504020204" pitchFamily="34" charset="0"/>
              </a:rPr>
              <a:t>This term refers to protection of networks and their service from unauthorized modification, destruction, or disclosure, and provision of assurance that the network performs its critical functions correctly and there are no harmful side effects.</a:t>
            </a:r>
          </a:p>
        </p:txBody>
      </p:sp>
    </p:spTree>
    <p:extLst>
      <p:ext uri="{BB962C8B-B14F-4D97-AF65-F5344CB8AC3E}">
        <p14:creationId xmlns:p14="http://schemas.microsoft.com/office/powerpoint/2010/main" val="184768523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The OSI Security Architecture</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SECURITY ATTACKS</a:t>
            </a:r>
          </a:p>
        </p:txBody>
      </p:sp>
      <p:pic>
        <p:nvPicPr>
          <p:cNvPr id="5" name="Content Placeholder 4">
            <a:extLst>
              <a:ext uri="{FF2B5EF4-FFF2-40B4-BE49-F238E27FC236}">
                <a16:creationId xmlns:a16="http://schemas.microsoft.com/office/drawing/2014/main" id="{7ADD56A0-A29A-5947-2DC3-4F553E4E51BC}"/>
              </a:ext>
            </a:extLst>
          </p:cNvPr>
          <p:cNvPicPr>
            <a:picLocks noGrp="1" noChangeAspect="1"/>
          </p:cNvPicPr>
          <p:nvPr>
            <p:ph sz="quarter" idx="11"/>
          </p:nvPr>
        </p:nvPicPr>
        <p:blipFill>
          <a:blip r:embed="rId3"/>
          <a:stretch>
            <a:fillRect/>
          </a:stretch>
        </p:blipFill>
        <p:spPr>
          <a:xfrm>
            <a:off x="3772831" y="6022853"/>
            <a:ext cx="16798505" cy="5889255"/>
          </a:xfrm>
          <a:prstGeom prst="rect">
            <a:avLst/>
          </a:prstGeom>
        </p:spPr>
      </p:pic>
    </p:spTree>
    <p:extLst>
      <p:ext uri="{BB962C8B-B14F-4D97-AF65-F5344CB8AC3E}">
        <p14:creationId xmlns:p14="http://schemas.microsoft.com/office/powerpoint/2010/main" val="100925959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The OSI Security Architecture</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799" dirty="0"/>
              <a:t>SECURITY ATTACKS</a:t>
            </a:r>
          </a:p>
        </p:txBody>
      </p:sp>
      <p:pic>
        <p:nvPicPr>
          <p:cNvPr id="8" name="Content Placeholder 7">
            <a:extLst>
              <a:ext uri="{FF2B5EF4-FFF2-40B4-BE49-F238E27FC236}">
                <a16:creationId xmlns:a16="http://schemas.microsoft.com/office/drawing/2014/main" id="{8DB02F7B-74AB-5449-5215-AF3A97974AA0}"/>
              </a:ext>
            </a:extLst>
          </p:cNvPr>
          <p:cNvPicPr>
            <a:picLocks noGrp="1" noChangeAspect="1"/>
          </p:cNvPicPr>
          <p:nvPr>
            <p:ph sz="quarter" idx="11"/>
          </p:nvPr>
        </p:nvPicPr>
        <p:blipFill>
          <a:blip r:embed="rId3"/>
          <a:stretch>
            <a:fillRect/>
          </a:stretch>
        </p:blipFill>
        <p:spPr>
          <a:xfrm>
            <a:off x="4169266" y="5382899"/>
            <a:ext cx="16045472" cy="5625255"/>
          </a:xfrm>
          <a:prstGeom prst="rect">
            <a:avLst/>
          </a:prstGeom>
        </p:spPr>
      </p:pic>
    </p:spTree>
    <p:extLst>
      <p:ext uri="{BB962C8B-B14F-4D97-AF65-F5344CB8AC3E}">
        <p14:creationId xmlns:p14="http://schemas.microsoft.com/office/powerpoint/2010/main" val="217836720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The OSI Security Architecture</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799" dirty="0"/>
              <a:t>SECURITY ATTACKS</a:t>
            </a:r>
          </a:p>
        </p:txBody>
      </p:sp>
      <p:pic>
        <p:nvPicPr>
          <p:cNvPr id="6" name="Content Placeholder 5">
            <a:extLst>
              <a:ext uri="{FF2B5EF4-FFF2-40B4-BE49-F238E27FC236}">
                <a16:creationId xmlns:a16="http://schemas.microsoft.com/office/drawing/2014/main" id="{A31EA8F6-58B0-9848-C28D-91852239C163}"/>
              </a:ext>
            </a:extLst>
          </p:cNvPr>
          <p:cNvPicPr>
            <a:picLocks noGrp="1" noChangeAspect="1"/>
          </p:cNvPicPr>
          <p:nvPr>
            <p:ph sz="quarter" idx="11"/>
          </p:nvPr>
        </p:nvPicPr>
        <p:blipFill>
          <a:blip r:embed="rId3"/>
          <a:stretch>
            <a:fillRect/>
          </a:stretch>
        </p:blipFill>
        <p:spPr>
          <a:xfrm>
            <a:off x="6263956" y="3289691"/>
            <a:ext cx="11344616" cy="9181795"/>
          </a:xfrm>
          <a:prstGeom prst="rect">
            <a:avLst/>
          </a:prstGeom>
        </p:spPr>
      </p:pic>
    </p:spTree>
    <p:extLst>
      <p:ext uri="{BB962C8B-B14F-4D97-AF65-F5344CB8AC3E}">
        <p14:creationId xmlns:p14="http://schemas.microsoft.com/office/powerpoint/2010/main" val="135332404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The OSI Security Architecture</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799" dirty="0"/>
              <a:t>SECURITY ATTACKS</a:t>
            </a:r>
          </a:p>
        </p:txBody>
      </p:sp>
      <p:sp>
        <p:nvSpPr>
          <p:cNvPr id="5" name="Content Placeholder 4">
            <a:extLst>
              <a:ext uri="{FF2B5EF4-FFF2-40B4-BE49-F238E27FC236}">
                <a16:creationId xmlns:a16="http://schemas.microsoft.com/office/drawing/2014/main" id="{10A2472F-F97A-C0D9-CFE2-BD5CA2455DB2}"/>
              </a:ext>
            </a:extLst>
          </p:cNvPr>
          <p:cNvSpPr>
            <a:spLocks noGrp="1"/>
          </p:cNvSpPr>
          <p:nvPr>
            <p:ph sz="quarter" idx="11"/>
          </p:nvPr>
        </p:nvSpPr>
        <p:spPr/>
        <p:txBody>
          <a:bodyPr/>
          <a:lstStyle/>
          <a:p>
            <a:endParaRPr lang="en-ID"/>
          </a:p>
        </p:txBody>
      </p:sp>
      <p:pic>
        <p:nvPicPr>
          <p:cNvPr id="7" name="Picture 6">
            <a:extLst>
              <a:ext uri="{FF2B5EF4-FFF2-40B4-BE49-F238E27FC236}">
                <a16:creationId xmlns:a16="http://schemas.microsoft.com/office/drawing/2014/main" id="{B48C2DC7-F5FD-07B7-EEAF-E633249D113A}"/>
              </a:ext>
            </a:extLst>
          </p:cNvPr>
          <p:cNvPicPr>
            <a:picLocks noChangeAspect="1"/>
          </p:cNvPicPr>
          <p:nvPr/>
        </p:nvPicPr>
        <p:blipFill>
          <a:blip r:embed="rId3"/>
          <a:stretch>
            <a:fillRect/>
          </a:stretch>
        </p:blipFill>
        <p:spPr>
          <a:xfrm>
            <a:off x="2738276" y="4321831"/>
            <a:ext cx="18955977" cy="7679768"/>
          </a:xfrm>
          <a:prstGeom prst="rect">
            <a:avLst/>
          </a:prstGeom>
          <a:noFill/>
        </p:spPr>
      </p:pic>
    </p:spTree>
    <p:extLst>
      <p:ext uri="{BB962C8B-B14F-4D97-AF65-F5344CB8AC3E}">
        <p14:creationId xmlns:p14="http://schemas.microsoft.com/office/powerpoint/2010/main" val="324138768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The OSI Security Architecture</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799" dirty="0"/>
              <a:t>SECURITY ATTACKS</a:t>
            </a:r>
          </a:p>
        </p:txBody>
      </p:sp>
      <p:sp>
        <p:nvSpPr>
          <p:cNvPr id="5" name="Content Placeholder 4">
            <a:extLst>
              <a:ext uri="{FF2B5EF4-FFF2-40B4-BE49-F238E27FC236}">
                <a16:creationId xmlns:a16="http://schemas.microsoft.com/office/drawing/2014/main" id="{10A2472F-F97A-C0D9-CFE2-BD5CA2455DB2}"/>
              </a:ext>
            </a:extLst>
          </p:cNvPr>
          <p:cNvSpPr>
            <a:spLocks noGrp="1"/>
          </p:cNvSpPr>
          <p:nvPr>
            <p:ph sz="quarter" idx="11"/>
          </p:nvPr>
        </p:nvSpPr>
        <p:spPr/>
        <p:txBody>
          <a:bodyPr/>
          <a:lstStyle/>
          <a:p>
            <a:endParaRPr lang="en-ID"/>
          </a:p>
        </p:txBody>
      </p:sp>
      <p:pic>
        <p:nvPicPr>
          <p:cNvPr id="4" name="Content Placeholder 4">
            <a:extLst>
              <a:ext uri="{FF2B5EF4-FFF2-40B4-BE49-F238E27FC236}">
                <a16:creationId xmlns:a16="http://schemas.microsoft.com/office/drawing/2014/main" id="{E58D031C-F075-8447-084D-AE8FDBB49681}"/>
              </a:ext>
            </a:extLst>
          </p:cNvPr>
          <p:cNvPicPr>
            <a:picLocks noChangeAspect="1"/>
          </p:cNvPicPr>
          <p:nvPr/>
        </p:nvPicPr>
        <p:blipFill>
          <a:blip r:embed="rId3"/>
          <a:stretch>
            <a:fillRect/>
          </a:stretch>
        </p:blipFill>
        <p:spPr>
          <a:xfrm>
            <a:off x="2060345" y="4825363"/>
            <a:ext cx="21066852" cy="6834644"/>
          </a:xfrm>
          <a:prstGeom prst="rect">
            <a:avLst/>
          </a:prstGeom>
        </p:spPr>
      </p:pic>
    </p:spTree>
    <p:extLst>
      <p:ext uri="{BB962C8B-B14F-4D97-AF65-F5344CB8AC3E}">
        <p14:creationId xmlns:p14="http://schemas.microsoft.com/office/powerpoint/2010/main" val="189913384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p:txBody>
          <a:bodyPr>
            <a:noAutofit/>
          </a:bodyPr>
          <a:lstStyle/>
          <a:p>
            <a:r>
              <a:rPr lang="en-US" sz="7300" dirty="0"/>
              <a:t>Attack Surfaces and Attack Trees</a:t>
            </a:r>
            <a:endParaRPr lang="en-US" sz="7200" dirty="0"/>
          </a:p>
        </p:txBody>
      </p:sp>
    </p:spTree>
    <p:extLst>
      <p:ext uri="{BB962C8B-B14F-4D97-AF65-F5344CB8AC3E}">
        <p14:creationId xmlns:p14="http://schemas.microsoft.com/office/powerpoint/2010/main" val="417567542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Attack Surfaces and Attack Trees</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Attack surfaces</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fontScale="85000" lnSpcReduction="10000"/>
          </a:bodyPr>
          <a:lstStyle/>
          <a:p>
            <a:pPr marL="0" indent="0" algn="just">
              <a:lnSpc>
                <a:spcPct val="150000"/>
              </a:lnSpc>
              <a:buNone/>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Attack Surfaces : </a:t>
            </a:r>
            <a:r>
              <a:rPr lang="en-US" sz="4000" dirty="0">
                <a:latin typeface="Open Sans" panose="020B0606030504020204" pitchFamily="34" charset="0"/>
                <a:ea typeface="Open Sans" panose="020B0606030504020204" pitchFamily="34" charset="0"/>
                <a:cs typeface="Open Sans" panose="020B0606030504020204" pitchFamily="34" charset="0"/>
              </a:rPr>
              <a:t>An attack surface consists of the reachable and exploitable vulnerabilities in a system, example:</a:t>
            </a:r>
          </a:p>
          <a:p>
            <a:pPr marL="782206" indent="-782206" algn="just">
              <a:lnSpc>
                <a:spcPct val="150000"/>
              </a:lnSpc>
              <a:buFont typeface="Arial" panose="020B0604020202020204" pitchFamily="34" charset="0"/>
              <a:buChar char="•"/>
            </a:pPr>
            <a:r>
              <a:rPr lang="en-US" sz="4000" dirty="0">
                <a:latin typeface="Open Sans" panose="020B0606030504020204" pitchFamily="34" charset="0"/>
                <a:ea typeface="Open Sans" panose="020B0606030504020204" pitchFamily="34" charset="0"/>
                <a:cs typeface="Open Sans" panose="020B0606030504020204" pitchFamily="34" charset="0"/>
              </a:rPr>
              <a:t>Open ports on outward facing Web and other servers, and code listening on those ports</a:t>
            </a:r>
          </a:p>
          <a:p>
            <a:pPr marL="782206" indent="-782206" algn="just">
              <a:lnSpc>
                <a:spcPct val="150000"/>
              </a:lnSpc>
              <a:buFont typeface="Arial" panose="020B0604020202020204" pitchFamily="34" charset="0"/>
              <a:buChar char="•"/>
            </a:pPr>
            <a:r>
              <a:rPr lang="en-US" sz="4000" dirty="0">
                <a:latin typeface="Open Sans" panose="020B0606030504020204" pitchFamily="34" charset="0"/>
                <a:ea typeface="Open Sans" panose="020B0606030504020204" pitchFamily="34" charset="0"/>
                <a:cs typeface="Open Sans" panose="020B0606030504020204" pitchFamily="34" charset="0"/>
              </a:rPr>
              <a:t>Services available on the inside of a firewall</a:t>
            </a:r>
          </a:p>
          <a:p>
            <a:pPr marL="782206" indent="-782206" algn="just">
              <a:lnSpc>
                <a:spcPct val="150000"/>
              </a:lnSpc>
              <a:buFont typeface="Arial" panose="020B0604020202020204" pitchFamily="34" charset="0"/>
              <a:buChar char="•"/>
            </a:pPr>
            <a:r>
              <a:rPr lang="en-US" sz="4000" dirty="0">
                <a:latin typeface="Open Sans" panose="020B0606030504020204" pitchFamily="34" charset="0"/>
                <a:ea typeface="Open Sans" panose="020B0606030504020204" pitchFamily="34" charset="0"/>
                <a:cs typeface="Open Sans" panose="020B0606030504020204" pitchFamily="34" charset="0"/>
              </a:rPr>
              <a:t>Code that processes incoming data, email, XML, office documents, and industry-specific custom data exchange formats</a:t>
            </a:r>
          </a:p>
          <a:p>
            <a:pPr marL="782206" indent="-782206" algn="just">
              <a:lnSpc>
                <a:spcPct val="150000"/>
              </a:lnSpc>
              <a:buFont typeface="Arial" panose="020B0604020202020204" pitchFamily="34" charset="0"/>
              <a:buChar char="•"/>
            </a:pPr>
            <a:r>
              <a:rPr lang="en-US" sz="4000" dirty="0">
                <a:latin typeface="Open Sans" panose="020B0606030504020204" pitchFamily="34" charset="0"/>
                <a:ea typeface="Open Sans" panose="020B0606030504020204" pitchFamily="34" charset="0"/>
                <a:cs typeface="Open Sans" panose="020B0606030504020204" pitchFamily="34" charset="0"/>
              </a:rPr>
              <a:t>Interfaces, SQL, and Web forms</a:t>
            </a:r>
          </a:p>
          <a:p>
            <a:pPr marL="782206" indent="-782206" algn="just">
              <a:lnSpc>
                <a:spcPct val="150000"/>
              </a:lnSpc>
              <a:buFont typeface="Arial" panose="020B0604020202020204" pitchFamily="34" charset="0"/>
              <a:buChar char="•"/>
            </a:pPr>
            <a:r>
              <a:rPr lang="en-US" sz="4000" dirty="0">
                <a:latin typeface="Open Sans" panose="020B0606030504020204" pitchFamily="34" charset="0"/>
                <a:ea typeface="Open Sans" panose="020B0606030504020204" pitchFamily="34" charset="0"/>
                <a:cs typeface="Open Sans" panose="020B0606030504020204" pitchFamily="34" charset="0"/>
              </a:rPr>
              <a:t>An employee with access to sensitive information vulnerable to a social engineering attack</a:t>
            </a:r>
          </a:p>
        </p:txBody>
      </p:sp>
    </p:spTree>
    <p:extLst>
      <p:ext uri="{BB962C8B-B14F-4D97-AF65-F5344CB8AC3E}">
        <p14:creationId xmlns:p14="http://schemas.microsoft.com/office/powerpoint/2010/main" val="68959675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Attack Surfaces and Attack Trees</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Attack surfaces</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a:bodyPr>
          <a:lstStyle/>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Attack surfaces can be categorized as follows:</a:t>
            </a:r>
          </a:p>
          <a:p>
            <a:pPr marL="0" indent="0" algn="just">
              <a:lnSpc>
                <a:spcPct val="150000"/>
              </a:lnSpc>
              <a:buNone/>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Network attack surface: </a:t>
            </a: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This category refers to vulnerabilities over an enterprise network, wide-area network, or the Internet. </a:t>
            </a:r>
          </a:p>
          <a:p>
            <a:pPr marL="0" indent="0" algn="just">
              <a:lnSpc>
                <a:spcPct val="150000"/>
              </a:lnSpc>
              <a:buNone/>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Software attack surface: </a:t>
            </a: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This refers to vulnerabilities in application, utility, or operating system code. </a:t>
            </a:r>
          </a:p>
          <a:p>
            <a:pPr marL="0" indent="0" algn="just">
              <a:lnSpc>
                <a:spcPct val="150000"/>
              </a:lnSpc>
              <a:buNone/>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Human attack surface:</a:t>
            </a: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This category refers to vulnerabilities created by personnel or outsiders, such as social engineering, human error, and trusted insiders.</a:t>
            </a:r>
          </a:p>
        </p:txBody>
      </p:sp>
    </p:spTree>
    <p:extLst>
      <p:ext uri="{BB962C8B-B14F-4D97-AF65-F5344CB8AC3E}">
        <p14:creationId xmlns:p14="http://schemas.microsoft.com/office/powerpoint/2010/main" val="371135542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Attack Surfaces and Attack Trees</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Attack surfaces</a:t>
            </a:r>
          </a:p>
        </p:txBody>
      </p:sp>
      <p:pic>
        <p:nvPicPr>
          <p:cNvPr id="6" name="Content Placeholder 5">
            <a:extLst>
              <a:ext uri="{FF2B5EF4-FFF2-40B4-BE49-F238E27FC236}">
                <a16:creationId xmlns:a16="http://schemas.microsoft.com/office/drawing/2014/main" id="{93F5FC78-2382-C6E8-C88E-8A5A42A2809A}"/>
              </a:ext>
            </a:extLst>
          </p:cNvPr>
          <p:cNvPicPr>
            <a:picLocks noGrp="1" noChangeAspect="1"/>
          </p:cNvPicPr>
          <p:nvPr>
            <p:ph sz="quarter" idx="11"/>
          </p:nvPr>
        </p:nvPicPr>
        <p:blipFill>
          <a:blip r:embed="rId3"/>
          <a:stretch>
            <a:fillRect/>
          </a:stretch>
        </p:blipFill>
        <p:spPr>
          <a:xfrm>
            <a:off x="6380853" y="3406631"/>
            <a:ext cx="11411300" cy="10261094"/>
          </a:xfrm>
        </p:spPr>
      </p:pic>
    </p:spTree>
    <p:extLst>
      <p:ext uri="{BB962C8B-B14F-4D97-AF65-F5344CB8AC3E}">
        <p14:creationId xmlns:p14="http://schemas.microsoft.com/office/powerpoint/2010/main" val="20203985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Attack Surfaces and Attack Trees</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Attack trees</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a:bodyPr>
          <a:lstStyle/>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 attack tree is a branching, hierarchical data structure that represents a set of potential techniques for exploiting security vulnerabilities.</a:t>
            </a:r>
          </a:p>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security incident that is the goal of the attack is represented as the root node of the tree, and the ways that an attacker could reach that goal are iteratively and incrementally represented as branches and </a:t>
            </a:r>
            <a:r>
              <a:rPr lang="en-US" sz="40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subnodes</a:t>
            </a: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of the tree. Each </a:t>
            </a:r>
            <a:r>
              <a:rPr lang="en-US" sz="40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subnode</a:t>
            </a: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defines a subgoal, and each subgoal may have its own set of further subgoals, and so on. Each node other than a leaf is either an AND-node or an OR-node. To achieve the goal represented by an AND-node, the subgoals represented by all of that node’s </a:t>
            </a:r>
            <a:r>
              <a:rPr lang="en-US" sz="40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subnodes</a:t>
            </a: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must be achieved; and for an OR-node, at least one of the subgoals must be achieved. </a:t>
            </a:r>
          </a:p>
        </p:txBody>
      </p:sp>
    </p:spTree>
    <p:extLst>
      <p:ext uri="{BB962C8B-B14F-4D97-AF65-F5344CB8AC3E}">
        <p14:creationId xmlns:p14="http://schemas.microsoft.com/office/powerpoint/2010/main" val="422846129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Attack Surfaces and Attack Trees</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a:xfrm>
            <a:off x="2167380" y="2419728"/>
            <a:ext cx="18477740" cy="803545"/>
          </a:xfrm>
        </p:spPr>
        <p:txBody>
          <a:bodyPr>
            <a:normAutofit/>
          </a:bodyPr>
          <a:lstStyle/>
          <a:p>
            <a:r>
              <a:rPr lang="en-US" sz="4400" dirty="0"/>
              <a:t>Attack trees for Internet Banking Authentication</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a:bodyPr>
          <a:lstStyle/>
          <a:p>
            <a:pPr marL="0" indent="0" algn="just">
              <a:lnSpc>
                <a:spcPct val="150000"/>
              </a:lnSpc>
              <a:buNone/>
            </a:pPr>
            <a:endParaRPr lang="en-US" sz="4563"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8" name="Picture 7">
            <a:extLst>
              <a:ext uri="{FF2B5EF4-FFF2-40B4-BE49-F238E27FC236}">
                <a16:creationId xmlns:a16="http://schemas.microsoft.com/office/drawing/2014/main" id="{01DFB681-DCA8-D1AA-BE32-0836E93D91BA}"/>
              </a:ext>
            </a:extLst>
          </p:cNvPr>
          <p:cNvPicPr>
            <a:picLocks noChangeAspect="1"/>
          </p:cNvPicPr>
          <p:nvPr/>
        </p:nvPicPr>
        <p:blipFill>
          <a:blip r:embed="rId3"/>
          <a:stretch>
            <a:fillRect/>
          </a:stretch>
        </p:blipFill>
        <p:spPr>
          <a:xfrm>
            <a:off x="6165751" y="3902229"/>
            <a:ext cx="10964010" cy="9495617"/>
          </a:xfrm>
          <a:prstGeom prst="rect">
            <a:avLst/>
          </a:prstGeom>
        </p:spPr>
      </p:pic>
    </p:spTree>
    <p:extLst>
      <p:ext uri="{BB962C8B-B14F-4D97-AF65-F5344CB8AC3E}">
        <p14:creationId xmlns:p14="http://schemas.microsoft.com/office/powerpoint/2010/main" val="76671370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Attack Surfaces and Attack Trees</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a:xfrm>
            <a:off x="2167380" y="2419728"/>
            <a:ext cx="18660619" cy="803545"/>
          </a:xfrm>
        </p:spPr>
        <p:txBody>
          <a:bodyPr>
            <a:normAutofit/>
          </a:bodyPr>
          <a:lstStyle/>
          <a:p>
            <a:r>
              <a:rPr lang="en-US" sz="4400" dirty="0"/>
              <a:t>Attack trees for Internet Banking Authentication</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a:bodyPr>
          <a:lstStyle/>
          <a:p>
            <a:pPr marL="0" indent="0" algn="just">
              <a:lnSpc>
                <a:spcPct val="150000"/>
              </a:lnSpc>
              <a:buNone/>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User terminal and user (UT/U): </a:t>
            </a: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These attacks target the user equipment, including the tokens that may be involved, such as smartcards or other password generators, as well as the actions of the user.</a:t>
            </a:r>
          </a:p>
          <a:p>
            <a:pPr marL="0" indent="0" algn="just">
              <a:lnSpc>
                <a:spcPct val="150000"/>
              </a:lnSpc>
              <a:buNone/>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Communications channel (CC): </a:t>
            </a: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This type of attack focuses on communication links.</a:t>
            </a:r>
          </a:p>
          <a:p>
            <a:pPr marL="0" indent="0" algn="just">
              <a:lnSpc>
                <a:spcPct val="150000"/>
              </a:lnSpc>
              <a:buNone/>
            </a:pPr>
            <a:r>
              <a:rPr lang="en-US" sz="4000" b="1" dirty="0">
                <a:solidFill>
                  <a:srgbClr val="0079B8"/>
                </a:solidFill>
                <a:latin typeface="Open Sans" panose="020B0606030504020204" pitchFamily="34" charset="0"/>
                <a:ea typeface="Open Sans" panose="020B0606030504020204" pitchFamily="34" charset="0"/>
                <a:cs typeface="Open Sans" panose="020B0606030504020204" pitchFamily="34" charset="0"/>
              </a:rPr>
              <a:t>Internet banking server (IBS): </a:t>
            </a: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These types of attacks are offline attacks against the servers that host the Internet banking application.</a:t>
            </a:r>
          </a:p>
        </p:txBody>
      </p:sp>
    </p:spTree>
    <p:extLst>
      <p:ext uri="{BB962C8B-B14F-4D97-AF65-F5344CB8AC3E}">
        <p14:creationId xmlns:p14="http://schemas.microsoft.com/office/powerpoint/2010/main" val="185241645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799" dirty="0"/>
              <a:t>Attack Surfaces and Attack Trees</a:t>
            </a:r>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a:xfrm>
            <a:off x="2167380" y="2419728"/>
            <a:ext cx="17583659" cy="803545"/>
          </a:xfrm>
        </p:spPr>
        <p:txBody>
          <a:bodyPr>
            <a:normAutofit fontScale="92500"/>
          </a:bodyPr>
          <a:lstStyle/>
          <a:p>
            <a:r>
              <a:rPr lang="en-US" sz="4799" dirty="0"/>
              <a:t>Attack trees for Internet Banking Authentication</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fontScale="62500" lnSpcReduction="20000"/>
          </a:bodyPr>
          <a:lstStyle/>
          <a:p>
            <a:pPr marL="0" indent="0" algn="just">
              <a:lnSpc>
                <a:spcPct val="170000"/>
              </a:lnSpc>
              <a:buNone/>
            </a:pPr>
            <a:r>
              <a:rPr lang="en-US" sz="4563" b="1" dirty="0">
                <a:solidFill>
                  <a:srgbClr val="0079B8"/>
                </a:solidFill>
                <a:latin typeface="Open Sans" panose="020B0606030504020204" pitchFamily="34" charset="0"/>
                <a:ea typeface="Open Sans" panose="020B0606030504020204" pitchFamily="34" charset="0"/>
                <a:cs typeface="Open Sans" panose="020B0606030504020204" pitchFamily="34" charset="0"/>
              </a:rPr>
              <a:t>User credential compromise: </a:t>
            </a:r>
            <a:r>
              <a:rPr lang="en-US" sz="4563"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This strategy can be used against many elements of the attack surface. There are procedural attacks, such as monitoring a user’s action to observe a PIN or other credential, or theft of the user’s token or handwritten notes. </a:t>
            </a:r>
          </a:p>
          <a:p>
            <a:pPr marL="0" indent="0" algn="just">
              <a:lnSpc>
                <a:spcPct val="170000"/>
              </a:lnSpc>
              <a:buNone/>
            </a:pPr>
            <a:r>
              <a:rPr lang="en-US" sz="4563" b="1" dirty="0">
                <a:solidFill>
                  <a:srgbClr val="0079B8"/>
                </a:solidFill>
                <a:latin typeface="Open Sans" panose="020B0606030504020204" pitchFamily="34" charset="0"/>
                <a:ea typeface="Open Sans" panose="020B0606030504020204" pitchFamily="34" charset="0"/>
                <a:cs typeface="Open Sans" panose="020B0606030504020204" pitchFamily="34" charset="0"/>
              </a:rPr>
              <a:t>Injection of commands</a:t>
            </a:r>
            <a:r>
              <a:rPr lang="en-US" sz="4563"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r>
              <a:rPr lang="en-US" sz="4563"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In this type of attack, the attacker is able to intercept communication between the UT and the IBS.</a:t>
            </a:r>
          </a:p>
          <a:p>
            <a:pPr marL="0" indent="0" algn="just">
              <a:lnSpc>
                <a:spcPct val="170000"/>
              </a:lnSpc>
              <a:buNone/>
            </a:pPr>
            <a:r>
              <a:rPr lang="en-US" sz="4563" b="1" dirty="0">
                <a:solidFill>
                  <a:srgbClr val="0079B8"/>
                </a:solidFill>
                <a:latin typeface="Open Sans" panose="020B0606030504020204" pitchFamily="34" charset="0"/>
                <a:ea typeface="Open Sans" panose="020B0606030504020204" pitchFamily="34" charset="0"/>
                <a:cs typeface="Open Sans" panose="020B0606030504020204" pitchFamily="34" charset="0"/>
              </a:rPr>
              <a:t>User credential guessing:</a:t>
            </a:r>
            <a:r>
              <a:rPr lang="en-US" sz="4563" dirty="0">
                <a:solidFill>
                  <a:srgbClr val="0079B8"/>
                </a:solidFill>
                <a:latin typeface="Open Sans" panose="020B0606030504020204" pitchFamily="34" charset="0"/>
                <a:ea typeface="Open Sans" panose="020B0606030504020204" pitchFamily="34" charset="0"/>
                <a:cs typeface="Open Sans" panose="020B0606030504020204" pitchFamily="34" charset="0"/>
              </a:rPr>
              <a:t> </a:t>
            </a:r>
            <a:r>
              <a:rPr lang="en-US" sz="4563"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Brute force attacks against some banking authentication schemes are feasible by sending random usernames and passwords. </a:t>
            </a:r>
          </a:p>
          <a:p>
            <a:pPr marL="0" indent="0" algn="just">
              <a:lnSpc>
                <a:spcPct val="170000"/>
              </a:lnSpc>
              <a:buNone/>
            </a:pPr>
            <a:r>
              <a:rPr lang="en-US" sz="4563" b="1" dirty="0">
                <a:solidFill>
                  <a:srgbClr val="0079B8"/>
                </a:solidFill>
                <a:latin typeface="Open Sans" panose="020B0606030504020204" pitchFamily="34" charset="0"/>
                <a:ea typeface="Open Sans" panose="020B0606030504020204" pitchFamily="34" charset="0"/>
                <a:cs typeface="Open Sans" panose="020B0606030504020204" pitchFamily="34" charset="0"/>
              </a:rPr>
              <a:t>Security policy violation: </a:t>
            </a:r>
            <a:r>
              <a:rPr lang="en-US" sz="4563"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Violating the bank’s security policy in combination with weak access control and logging mechanisms, an employee may cause an internal security incident and expose a customer’s account.</a:t>
            </a:r>
          </a:p>
          <a:p>
            <a:pPr marL="0" indent="0" algn="just">
              <a:lnSpc>
                <a:spcPct val="170000"/>
              </a:lnSpc>
              <a:buNone/>
            </a:pPr>
            <a:r>
              <a:rPr lang="en-US" sz="4563" b="1" dirty="0">
                <a:solidFill>
                  <a:srgbClr val="0079B8"/>
                </a:solidFill>
                <a:latin typeface="Open Sans" panose="020B0606030504020204" pitchFamily="34" charset="0"/>
                <a:ea typeface="Open Sans" panose="020B0606030504020204" pitchFamily="34" charset="0"/>
                <a:cs typeface="Open Sans" panose="020B0606030504020204" pitchFamily="34" charset="0"/>
              </a:rPr>
              <a:t>Use of known authenticated session: </a:t>
            </a:r>
            <a:r>
              <a:rPr lang="en-US" sz="4563"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This type of attack persuades or forces the user to connect to the IBS with a preset session ID. </a:t>
            </a:r>
          </a:p>
        </p:txBody>
      </p:sp>
    </p:spTree>
    <p:extLst>
      <p:ext uri="{BB962C8B-B14F-4D97-AF65-F5344CB8AC3E}">
        <p14:creationId xmlns:p14="http://schemas.microsoft.com/office/powerpoint/2010/main" val="162706618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p:txBody>
          <a:bodyPr>
            <a:noAutofit/>
          </a:bodyPr>
          <a:lstStyle/>
          <a:p>
            <a:r>
              <a:rPr lang="en-US" sz="7300" dirty="0"/>
              <a:t>A Model for Network Security</a:t>
            </a:r>
            <a:endParaRPr lang="en-US" sz="7200" dirty="0"/>
          </a:p>
        </p:txBody>
      </p:sp>
    </p:spTree>
    <p:extLst>
      <p:ext uri="{BB962C8B-B14F-4D97-AF65-F5344CB8AC3E}">
        <p14:creationId xmlns:p14="http://schemas.microsoft.com/office/powerpoint/2010/main" val="278790637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800" dirty="0"/>
              <a:t>A Model for Network Security</a:t>
            </a:r>
            <a:endParaRPr lang="en-US" sz="4000" dirty="0"/>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endParaRPr lang="en-US" sz="4799" dirty="0"/>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fontScale="92500"/>
          </a:bodyPr>
          <a:lstStyle/>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Security aspects come into play when it is necessary or desirable to protect the information transmission from an opponent who may present a threat to confidentiality, authenticity, and so on. All the techniques for providing security have two components:</a:t>
            </a:r>
          </a:p>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 security-related transformation on the information to be sent. Examples include the encryption of the message, which scrambles the message so that it is unreadable by the opponent, and the addition of a code based on the contents of the message, which can be used to verify the identity of the sender.</a:t>
            </a:r>
          </a:p>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Some secret information shared by the two principals and, it is hoped, unknown to the opponent. An example is an encryption key used in conjunction with the transformation to scramble the message before transmission and unscramble it on reception.</a:t>
            </a:r>
          </a:p>
        </p:txBody>
      </p:sp>
    </p:spTree>
    <p:extLst>
      <p:ext uri="{BB962C8B-B14F-4D97-AF65-F5344CB8AC3E}">
        <p14:creationId xmlns:p14="http://schemas.microsoft.com/office/powerpoint/2010/main" val="96573369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800" dirty="0"/>
              <a:t>A Model for Network Security</a:t>
            </a:r>
            <a:endParaRPr lang="en-US" sz="4000" dirty="0"/>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endParaRPr lang="en-US" sz="4799" dirty="0"/>
          </a:p>
        </p:txBody>
      </p:sp>
      <p:pic>
        <p:nvPicPr>
          <p:cNvPr id="6" name="Content Placeholder 5">
            <a:extLst>
              <a:ext uri="{FF2B5EF4-FFF2-40B4-BE49-F238E27FC236}">
                <a16:creationId xmlns:a16="http://schemas.microsoft.com/office/drawing/2014/main" id="{53CE95A8-015B-8292-A14E-DA94EA2B1B55}"/>
              </a:ext>
            </a:extLst>
          </p:cNvPr>
          <p:cNvPicPr>
            <a:picLocks noGrp="1" noChangeAspect="1"/>
          </p:cNvPicPr>
          <p:nvPr>
            <p:ph sz="quarter" idx="11"/>
          </p:nvPr>
        </p:nvPicPr>
        <p:blipFill>
          <a:blip r:embed="rId3"/>
          <a:stretch>
            <a:fillRect/>
          </a:stretch>
        </p:blipFill>
        <p:spPr>
          <a:xfrm>
            <a:off x="3401302" y="3639328"/>
            <a:ext cx="17621244" cy="9490162"/>
          </a:xfrm>
        </p:spPr>
      </p:pic>
    </p:spTree>
    <p:extLst>
      <p:ext uri="{BB962C8B-B14F-4D97-AF65-F5344CB8AC3E}">
        <p14:creationId xmlns:p14="http://schemas.microsoft.com/office/powerpoint/2010/main" val="373876395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800" dirty="0"/>
              <a:t>A Model for Network Security</a:t>
            </a:r>
            <a:endParaRPr lang="en-US" sz="4000" dirty="0"/>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endParaRPr lang="en-US" sz="4799" dirty="0"/>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a:bodyPr>
          <a:lstStyle/>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general model shows that there are four basic tasks in designing a particular security service:</a:t>
            </a:r>
          </a:p>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1. Design an algorithm for performing the security-related transformation. The algorithm should be such that an opponent cannot defeat its purpose.</a:t>
            </a:r>
          </a:p>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2. Generate the secret information to be used with the algorithm.</a:t>
            </a:r>
          </a:p>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3. Develop methods for the distribution and sharing of the secret information.</a:t>
            </a:r>
          </a:p>
          <a:p>
            <a:pPr marL="0" indent="0" algn="just">
              <a:lnSpc>
                <a:spcPct val="150000"/>
              </a:lnSpc>
              <a:buNone/>
            </a:pPr>
            <a:r>
              <a:rPr lang="en-US" sz="4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4. Specify a protocol to be used by the two principals that makes use of the security algorithm and the secret information to achieve a particular security service.</a:t>
            </a:r>
          </a:p>
        </p:txBody>
      </p:sp>
    </p:spTree>
    <p:extLst>
      <p:ext uri="{BB962C8B-B14F-4D97-AF65-F5344CB8AC3E}">
        <p14:creationId xmlns:p14="http://schemas.microsoft.com/office/powerpoint/2010/main" val="77897766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p:txBody>
          <a:bodyPr>
            <a:noAutofit/>
          </a:bodyPr>
          <a:lstStyle/>
          <a:p>
            <a:r>
              <a:rPr lang="en-US" sz="7300" dirty="0"/>
              <a:t>Standards</a:t>
            </a:r>
            <a:endParaRPr lang="en-US" sz="7200" dirty="0"/>
          </a:p>
        </p:txBody>
      </p:sp>
    </p:spTree>
    <p:extLst>
      <p:ext uri="{BB962C8B-B14F-4D97-AF65-F5344CB8AC3E}">
        <p14:creationId xmlns:p14="http://schemas.microsoft.com/office/powerpoint/2010/main" val="428836585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D98-75AE-C3B7-E744-2D5039E314BF}"/>
              </a:ext>
            </a:extLst>
          </p:cNvPr>
          <p:cNvSpPr>
            <a:spLocks noGrp="1"/>
          </p:cNvSpPr>
          <p:nvPr>
            <p:ph type="title"/>
          </p:nvPr>
        </p:nvSpPr>
        <p:spPr/>
        <p:txBody>
          <a:bodyPr>
            <a:noAutofit/>
          </a:bodyPr>
          <a:lstStyle/>
          <a:p>
            <a:r>
              <a:rPr lang="en-US" sz="4800" dirty="0"/>
              <a:t>Standards</a:t>
            </a:r>
            <a:endParaRPr lang="en-US" sz="4000" dirty="0"/>
          </a:p>
        </p:txBody>
      </p:sp>
      <p:sp>
        <p:nvSpPr>
          <p:cNvPr id="3" name="Text Placeholder 2">
            <a:extLst>
              <a:ext uri="{FF2B5EF4-FFF2-40B4-BE49-F238E27FC236}">
                <a16:creationId xmlns:a16="http://schemas.microsoft.com/office/drawing/2014/main" id="{8554E95D-355A-66A4-4CCD-2A939D920B5A}"/>
              </a:ext>
            </a:extLst>
          </p:cNvPr>
          <p:cNvSpPr>
            <a:spLocks noGrp="1"/>
          </p:cNvSpPr>
          <p:nvPr>
            <p:ph type="body" sz="quarter" idx="10"/>
          </p:nvPr>
        </p:nvSpPr>
        <p:spPr/>
        <p:txBody>
          <a:bodyPr>
            <a:normAutofit/>
          </a:bodyPr>
          <a:lstStyle/>
          <a:p>
            <a:r>
              <a:rPr lang="en-US" sz="4400" dirty="0"/>
              <a:t>SECURITY STANDARDS</a:t>
            </a:r>
          </a:p>
        </p:txBody>
      </p:sp>
      <p:sp>
        <p:nvSpPr>
          <p:cNvPr id="4" name="Content Placeholder 3">
            <a:extLst>
              <a:ext uri="{FF2B5EF4-FFF2-40B4-BE49-F238E27FC236}">
                <a16:creationId xmlns:a16="http://schemas.microsoft.com/office/drawing/2014/main" id="{C2CE0213-2E90-CD16-3D1F-C26E05C9AD20}"/>
              </a:ext>
            </a:extLst>
          </p:cNvPr>
          <p:cNvSpPr>
            <a:spLocks noGrp="1"/>
          </p:cNvSpPr>
          <p:nvPr>
            <p:ph sz="quarter" idx="11"/>
          </p:nvPr>
        </p:nvSpPr>
        <p:spPr>
          <a:xfrm>
            <a:off x="2167775" y="3902229"/>
            <a:ext cx="20010517" cy="10130536"/>
          </a:xfrm>
        </p:spPr>
        <p:txBody>
          <a:bodyPr>
            <a:normAutofit/>
          </a:bodyPr>
          <a:lstStyle/>
          <a:p>
            <a:pPr>
              <a:lnSpc>
                <a:spcPct val="150000"/>
              </a:lnSpc>
            </a:pPr>
            <a:r>
              <a:rPr lang="en-US" sz="4000" b="1" dirty="0">
                <a:latin typeface="+mj-lt"/>
              </a:rPr>
              <a:t>NIST</a:t>
            </a:r>
            <a:r>
              <a:rPr lang="en-US" sz="4000" dirty="0">
                <a:latin typeface="+mj-lt"/>
              </a:rPr>
              <a:t> : National Institute of Standards and Technology</a:t>
            </a:r>
          </a:p>
          <a:p>
            <a:pPr>
              <a:lnSpc>
                <a:spcPct val="150000"/>
              </a:lnSpc>
            </a:pPr>
            <a:r>
              <a:rPr lang="en-US" sz="4000" b="1" dirty="0">
                <a:latin typeface="+mj-lt"/>
              </a:rPr>
              <a:t>ISOC</a:t>
            </a:r>
            <a:r>
              <a:rPr lang="en-US" sz="4000" dirty="0">
                <a:latin typeface="+mj-lt"/>
              </a:rPr>
              <a:t> : Internet Society</a:t>
            </a:r>
          </a:p>
          <a:p>
            <a:pPr>
              <a:lnSpc>
                <a:spcPct val="150000"/>
              </a:lnSpc>
            </a:pPr>
            <a:r>
              <a:rPr lang="en-US" sz="4000" b="1" dirty="0">
                <a:latin typeface="+mj-lt"/>
              </a:rPr>
              <a:t>ITU-T</a:t>
            </a:r>
            <a:r>
              <a:rPr lang="en-US" sz="4000" dirty="0">
                <a:latin typeface="+mj-lt"/>
              </a:rPr>
              <a:t> : The International Telecommunication Union</a:t>
            </a:r>
          </a:p>
          <a:p>
            <a:pPr>
              <a:lnSpc>
                <a:spcPct val="150000"/>
              </a:lnSpc>
            </a:pPr>
            <a:r>
              <a:rPr lang="en-US" sz="4000" b="1" dirty="0">
                <a:latin typeface="+mj-lt"/>
              </a:rPr>
              <a:t>ISO</a:t>
            </a:r>
            <a:r>
              <a:rPr lang="en-US" sz="4000" dirty="0">
                <a:latin typeface="+mj-lt"/>
              </a:rPr>
              <a:t> : The International Organization for Standardization</a:t>
            </a:r>
            <a:endParaRPr lang="en-ID" sz="4000" dirty="0">
              <a:latin typeface="+mj-lt"/>
            </a:endParaRPr>
          </a:p>
        </p:txBody>
      </p:sp>
    </p:spTree>
    <p:extLst>
      <p:ext uri="{BB962C8B-B14F-4D97-AF65-F5344CB8AC3E}">
        <p14:creationId xmlns:p14="http://schemas.microsoft.com/office/powerpoint/2010/main" val="107287955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AE3EA4C-8C82-9572-09C8-4D79EA3AB723}"/>
              </a:ext>
            </a:extLst>
          </p:cNvPr>
          <p:cNvSpPr>
            <a:spLocks noGrp="1"/>
          </p:cNvSpPr>
          <p:nvPr>
            <p:ph type="body" sz="quarter" idx="1"/>
          </p:nvPr>
        </p:nvSpPr>
        <p:spPr>
          <a:xfrm>
            <a:off x="9282911" y="1533835"/>
            <a:ext cx="13179121" cy="11376375"/>
          </a:xfrm>
        </p:spPr>
        <p:txBody>
          <a:bodyPr>
            <a:noAutofit/>
          </a:bodyPr>
          <a:lstStyle/>
          <a:p>
            <a:pPr algn="l">
              <a:lnSpc>
                <a:spcPct val="150000"/>
              </a:lnSpc>
            </a:pPr>
            <a:r>
              <a:rPr lang="en-US" sz="4799" dirty="0">
                <a:latin typeface="+mn-lt"/>
              </a:rPr>
              <a:t>These slides have been adapted from:</a:t>
            </a:r>
            <a:br>
              <a:rPr lang="en-US" sz="4799" dirty="0">
                <a:latin typeface="+mn-lt"/>
              </a:rPr>
            </a:br>
            <a:r>
              <a:rPr lang="en-US" sz="4799" dirty="0">
                <a:latin typeface="+mn-lt"/>
              </a:rPr>
              <a:t>William Stallings, (2023). Cryptography and Network Security (8th ed.), Pearson, USA (chapter 1)</a:t>
            </a:r>
          </a:p>
          <a:p>
            <a:pPr algn="l">
              <a:lnSpc>
                <a:spcPct val="150000"/>
              </a:lnSpc>
            </a:pPr>
            <a:br>
              <a:rPr lang="en-US" sz="4799" dirty="0">
                <a:latin typeface="+mn-lt"/>
              </a:rPr>
            </a:br>
            <a:endParaRPr lang="en-US" sz="4799" dirty="0">
              <a:latin typeface="+mn-lt"/>
            </a:endParaRPr>
          </a:p>
          <a:p>
            <a:pPr algn="l">
              <a:lnSpc>
                <a:spcPct val="150000"/>
              </a:lnSpc>
            </a:pPr>
            <a:br>
              <a:rPr lang="en-US" sz="4799" dirty="0">
                <a:latin typeface="+mn-lt"/>
              </a:rPr>
            </a:br>
            <a:r>
              <a:rPr lang="en-US" sz="4799" dirty="0">
                <a:latin typeface="+mn-lt"/>
              </a:rPr>
              <a:t>William Stallings, (2017). Cryptography and Network Security (7th ed.), Pearson, USA (chapter 1)</a:t>
            </a:r>
            <a:br>
              <a:rPr lang="en-US" sz="4799" dirty="0">
                <a:latin typeface="+mn-lt"/>
              </a:rPr>
            </a:br>
            <a:br>
              <a:rPr lang="en-US" sz="4799" dirty="0">
                <a:latin typeface="+mn-lt"/>
              </a:rPr>
            </a:br>
            <a:br>
              <a:rPr lang="en-US" sz="4799" dirty="0">
                <a:latin typeface="+mn-lt"/>
              </a:rPr>
            </a:br>
            <a:br>
              <a:rPr lang="en-US" sz="4799" dirty="0">
                <a:latin typeface="+mn-lt"/>
              </a:rPr>
            </a:br>
            <a:br>
              <a:rPr lang="en-US" sz="4799" dirty="0">
                <a:latin typeface="+mn-lt"/>
              </a:rPr>
            </a:br>
            <a:endParaRPr lang="en-US" sz="4799" dirty="0">
              <a:latin typeface="+mn-lt"/>
            </a:endParaRPr>
          </a:p>
        </p:txBody>
      </p:sp>
      <p:sp>
        <p:nvSpPr>
          <p:cNvPr id="2" name="Title 1">
            <a:extLst>
              <a:ext uri="{FF2B5EF4-FFF2-40B4-BE49-F238E27FC236}">
                <a16:creationId xmlns:a16="http://schemas.microsoft.com/office/drawing/2014/main" id="{AE565A44-B6C2-E614-6B53-9C3B69CF163C}"/>
              </a:ext>
            </a:extLst>
          </p:cNvPr>
          <p:cNvSpPr>
            <a:spLocks noGrp="1"/>
          </p:cNvSpPr>
          <p:nvPr>
            <p:ph type="title"/>
          </p:nvPr>
        </p:nvSpPr>
        <p:spPr>
          <a:xfrm>
            <a:off x="1206932" y="992855"/>
            <a:ext cx="21970140" cy="2066054"/>
          </a:xfrm>
        </p:spPr>
        <p:txBody>
          <a:bodyPr>
            <a:noAutofit/>
          </a:bodyPr>
          <a:lstStyle/>
          <a:p>
            <a:r>
              <a:rPr lang="en-US" sz="8798" dirty="0"/>
              <a:t>REFERENCES</a:t>
            </a:r>
            <a:br>
              <a:rPr lang="en-US" sz="8798" dirty="0"/>
            </a:br>
            <a:endParaRPr lang="en-US" sz="8798" dirty="0"/>
          </a:p>
        </p:txBody>
      </p:sp>
      <p:sp>
        <p:nvSpPr>
          <p:cNvPr id="4" name="Text Placeholder 3">
            <a:extLst>
              <a:ext uri="{FF2B5EF4-FFF2-40B4-BE49-F238E27FC236}">
                <a16:creationId xmlns:a16="http://schemas.microsoft.com/office/drawing/2014/main" id="{A57D6905-B96F-8821-0852-A482D6135AB9}"/>
              </a:ext>
            </a:extLst>
          </p:cNvPr>
          <p:cNvSpPr>
            <a:spLocks noGrp="1"/>
          </p:cNvSpPr>
          <p:nvPr>
            <p:ph type="body" sz="quarter" idx="10"/>
          </p:nvPr>
        </p:nvSpPr>
        <p:spPr>
          <a:xfrm>
            <a:off x="9075697" y="12910210"/>
            <a:ext cx="6222291" cy="358264"/>
          </a:xfrm>
        </p:spPr>
        <p:txBody>
          <a:bodyPr>
            <a:normAutofit fontScale="92500" lnSpcReduction="20000"/>
          </a:bodyPr>
          <a:lstStyle/>
          <a:p>
            <a:r>
              <a:rPr lang="en-US" dirty="0"/>
              <a:t>July 2023</a:t>
            </a:r>
          </a:p>
        </p:txBody>
      </p:sp>
      <p:pic>
        <p:nvPicPr>
          <p:cNvPr id="5" name="Picture 2" descr="Stallings, Cryptography and Network Security: Principles and Practice,  Global Edition, 7th Edition | Pearson">
            <a:extLst>
              <a:ext uri="{FF2B5EF4-FFF2-40B4-BE49-F238E27FC236}">
                <a16:creationId xmlns:a16="http://schemas.microsoft.com/office/drawing/2014/main" id="{FEA6B281-F428-2F64-628A-C362EFAB23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5622" y="7737528"/>
            <a:ext cx="4773937" cy="620369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EB8EA17-AC34-55BA-D4F0-3C30DD3097E6}"/>
              </a:ext>
            </a:extLst>
          </p:cNvPr>
          <p:cNvPicPr>
            <a:picLocks noChangeAspect="1"/>
          </p:cNvPicPr>
          <p:nvPr/>
        </p:nvPicPr>
        <p:blipFill>
          <a:blip r:embed="rId3"/>
          <a:stretch>
            <a:fillRect/>
          </a:stretch>
        </p:blipFill>
        <p:spPr>
          <a:xfrm>
            <a:off x="3035623" y="1533834"/>
            <a:ext cx="4851072" cy="6203694"/>
          </a:xfrm>
          <a:prstGeom prst="rect">
            <a:avLst/>
          </a:prstGeom>
        </p:spPr>
      </p:pic>
    </p:spTree>
    <p:extLst>
      <p:ext uri="{BB962C8B-B14F-4D97-AF65-F5344CB8AC3E}">
        <p14:creationId xmlns:p14="http://schemas.microsoft.com/office/powerpoint/2010/main" val="455132631"/>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J56STF5CZXNR-2061195910-848429</_dlc_DocId>
    <_dlc_DocIdUrl xmlns="9fdf624c-fedc-4f6c-b928-0c7bf4c9e100">
      <Url>https://binusianorg.sharepoint.com/sites/arc/_layouts/15/DocIdRedir.aspx?ID=J56STF5CZXNR-2061195910-848429</Url>
      <Description>J56STF5CZXNR-2061195910-848429</Description>
    </_dlc_DocIdUrl>
    <TaxCatchAll xmlns="9fdf624c-fedc-4f6c-b928-0c7bf4c9e10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313E50-9F1C-4EB2-8248-D1942A92381A}">
  <ds:schemaRefs>
    <ds:schemaRef ds:uri="http://schemas.microsoft.com/office/2006/metadata/properties"/>
    <ds:schemaRef ds:uri="http://schemas.microsoft.com/office/infopath/2007/PartnerControls"/>
    <ds:schemaRef ds:uri="http://schemas.microsoft.com/sharepoint/v3/fields"/>
    <ds:schemaRef ds:uri="47793baa-3cbb-486e-a055-4d42ce3882d7"/>
    <ds:schemaRef ds:uri="9fdf624c-fedc-4f6c-b928-0c7bf4c9e100"/>
  </ds:schemaRefs>
</ds:datastoreItem>
</file>

<file path=customXml/itemProps2.xml><?xml version="1.0" encoding="utf-8"?>
<ds:datastoreItem xmlns:ds="http://schemas.openxmlformats.org/officeDocument/2006/customXml" ds:itemID="{A590A602-93C9-4296-8178-CDE6544199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4.xml><?xml version="1.0" encoding="utf-8"?>
<ds:datastoreItem xmlns:ds="http://schemas.openxmlformats.org/officeDocument/2006/customXml" ds:itemID="{CED985A4-BE78-47BD-93FF-32CA6D846A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3151</TotalTime>
  <Words>3264</Words>
  <Application>Microsoft Office PowerPoint</Application>
  <PresentationFormat>Custom</PresentationFormat>
  <Paragraphs>224</Paragraphs>
  <Slides>29</Slides>
  <Notes>19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29</vt:i4>
      </vt:variant>
    </vt:vector>
  </HeadingPairs>
  <TitlesOfParts>
    <vt:vector size="41" baseType="lpstr">
      <vt:lpstr>Arial</vt:lpstr>
      <vt:lpstr>BemboMTPro-Bold</vt:lpstr>
      <vt:lpstr>Calibri</vt:lpstr>
      <vt:lpstr>OCRB</vt:lpstr>
      <vt:lpstr>Open Sans</vt:lpstr>
      <vt:lpstr>Open Sans ExtraBold</vt:lpstr>
      <vt:lpstr>Open Sans Light</vt:lpstr>
      <vt:lpstr>Open Sans Semibold</vt:lpstr>
      <vt:lpstr>TimesTenLTStd-Bold</vt:lpstr>
      <vt:lpstr>TimesTenLTStd-Roman</vt:lpstr>
      <vt:lpstr>Office Theme</vt:lpstr>
      <vt:lpstr>21_BasicWhite</vt:lpstr>
      <vt:lpstr>Computer and Network Security Concepts</vt:lpstr>
      <vt:lpstr>PowerPoint Presentation</vt:lpstr>
      <vt:lpstr>OUTLINE</vt:lpstr>
      <vt:lpstr>Computer Security Concept</vt:lpstr>
      <vt:lpstr>Computer Security Concept</vt:lpstr>
      <vt:lpstr>Computer Security Concept</vt:lpstr>
      <vt:lpstr>Computer Security Concept</vt:lpstr>
      <vt:lpstr>The OSI Security Architecture</vt:lpstr>
      <vt:lpstr>The OSI Security Architecture</vt:lpstr>
      <vt:lpstr>The OSI Security Architecture</vt:lpstr>
      <vt:lpstr>The OSI Security Architecture</vt:lpstr>
      <vt:lpstr>The OSI Security Architecture</vt:lpstr>
      <vt:lpstr>The OSI Security Architecture</vt:lpstr>
      <vt:lpstr>The OSI Security Architecture</vt:lpstr>
      <vt:lpstr>Attack Surfaces and Attack Trees</vt:lpstr>
      <vt:lpstr>Attack Surfaces and Attack Trees</vt:lpstr>
      <vt:lpstr>Attack Surfaces and Attack Trees</vt:lpstr>
      <vt:lpstr>Attack Surfaces and Attack Trees</vt:lpstr>
      <vt:lpstr>Attack Surfaces and Attack Trees</vt:lpstr>
      <vt:lpstr>Attack Surfaces and Attack Trees</vt:lpstr>
      <vt:lpstr>Attack Surfaces and Attack Trees</vt:lpstr>
      <vt:lpstr>Attack Surfaces and Attack Trees</vt:lpstr>
      <vt:lpstr>A Model for Network Security</vt:lpstr>
      <vt:lpstr>A Model for Network Security</vt:lpstr>
      <vt:lpstr>A Model for Network Security</vt:lpstr>
      <vt:lpstr>A Model for Network Security</vt:lpstr>
      <vt:lpstr>Standards</vt:lpstr>
      <vt:lpstr>Standards</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danton sihombing</dc:creator>
  <cp:lastModifiedBy>ADE PUTERA KEMALA</cp:lastModifiedBy>
  <cp:revision>86</cp:revision>
  <dcterms:created xsi:type="dcterms:W3CDTF">2014-01-27T02:13:18Z</dcterms:created>
  <dcterms:modified xsi:type="dcterms:W3CDTF">2023-08-02T08:46:44Z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d3ac56e7-019e-4cb8-8057-9b79ea55fc37</vt:lpwstr>
  </property>
</Properties>
</file>